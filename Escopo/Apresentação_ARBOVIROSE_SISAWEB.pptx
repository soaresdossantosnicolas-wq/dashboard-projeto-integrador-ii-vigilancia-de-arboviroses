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8">
  <p:sldMasterIdLst>
    <p:sldMasterId id="2147483812" r:id="rId1"/>
    <p:sldMasterId id="2147483824" r:id="rId2"/>
  </p:sldMasterIdLst>
  <p:notesMasterIdLst>
    <p:notesMasterId r:id="rId43"/>
  </p:notesMasterIdLst>
  <p:handoutMasterIdLst>
    <p:handoutMasterId r:id="rId44"/>
  </p:handoutMasterIdLst>
  <p:sldIdLst>
    <p:sldId id="261" r:id="rId3"/>
    <p:sldId id="451" r:id="rId4"/>
    <p:sldId id="450" r:id="rId5"/>
    <p:sldId id="282" r:id="rId6"/>
    <p:sldId id="453" r:id="rId7"/>
    <p:sldId id="452" r:id="rId8"/>
    <p:sldId id="454" r:id="rId9"/>
    <p:sldId id="366" r:id="rId10"/>
    <p:sldId id="359" r:id="rId11"/>
    <p:sldId id="269" r:id="rId12"/>
    <p:sldId id="271" r:id="rId13"/>
    <p:sldId id="273" r:id="rId14"/>
    <p:sldId id="274" r:id="rId15"/>
    <p:sldId id="381" r:id="rId16"/>
    <p:sldId id="382" r:id="rId17"/>
    <p:sldId id="278" r:id="rId18"/>
    <p:sldId id="279" r:id="rId19"/>
    <p:sldId id="259" r:id="rId20"/>
    <p:sldId id="378" r:id="rId21"/>
    <p:sldId id="283" r:id="rId22"/>
    <p:sldId id="339" r:id="rId23"/>
    <p:sldId id="442" r:id="rId24"/>
    <p:sldId id="456" r:id="rId25"/>
    <p:sldId id="455" r:id="rId26"/>
    <p:sldId id="470" r:id="rId27"/>
    <p:sldId id="457" r:id="rId28"/>
    <p:sldId id="458" r:id="rId29"/>
    <p:sldId id="460" r:id="rId30"/>
    <p:sldId id="461" r:id="rId31"/>
    <p:sldId id="465" r:id="rId32"/>
    <p:sldId id="462" r:id="rId33"/>
    <p:sldId id="463" r:id="rId34"/>
    <p:sldId id="464" r:id="rId35"/>
    <p:sldId id="466" r:id="rId36"/>
    <p:sldId id="467" r:id="rId37"/>
    <p:sldId id="468" r:id="rId38"/>
    <p:sldId id="469" r:id="rId39"/>
    <p:sldId id="472" r:id="rId40"/>
    <p:sldId id="471" r:id="rId41"/>
    <p:sldId id="43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77CEEF"/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012EC9-12F8-41E9-919B-121F24021499}" v="2322" dt="2024-08-25T02:00:13.748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71" autoAdjust="0"/>
  </p:normalViewPr>
  <p:slideViewPr>
    <p:cSldViewPr snapToGrid="0">
      <p:cViewPr>
        <p:scale>
          <a:sx n="96" d="100"/>
          <a:sy n="96" d="100"/>
        </p:scale>
        <p:origin x="130" y="-20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ocewicz" userId="c69bf83208dcc5e0" providerId="LiveId" clId="{91012EC9-12F8-41E9-919B-121F24021499}"/>
    <pc:docChg chg="undo redo custSel addSld delSld modSld sldOrd">
      <pc:chgData name="Ana Bocewicz" userId="c69bf83208dcc5e0" providerId="LiveId" clId="{91012EC9-12F8-41E9-919B-121F24021499}" dt="2024-08-25T02:09:07.612" v="8551" actId="20577"/>
      <pc:docMkLst>
        <pc:docMk/>
      </pc:docMkLst>
      <pc:sldChg chg="modSp mod">
        <pc:chgData name="Ana Bocewicz" userId="c69bf83208dcc5e0" providerId="LiveId" clId="{91012EC9-12F8-41E9-919B-121F24021499}" dt="2024-08-24T13:47:05.189" v="2178" actId="27636"/>
        <pc:sldMkLst>
          <pc:docMk/>
          <pc:sldMk cId="106904919" sldId="261"/>
        </pc:sldMkLst>
        <pc:spChg chg="mod">
          <ac:chgData name="Ana Bocewicz" userId="c69bf83208dcc5e0" providerId="LiveId" clId="{91012EC9-12F8-41E9-919B-121F24021499}" dt="2024-08-23T22:47:18.913" v="10" actId="6549"/>
          <ac:spMkLst>
            <pc:docMk/>
            <pc:sldMk cId="106904919" sldId="261"/>
            <ac:spMk id="4" creationId="{A35EFC4D-0DD8-E371-9DEA-ADED0ECD7181}"/>
          </ac:spMkLst>
        </pc:spChg>
        <pc:spChg chg="mod">
          <ac:chgData name="Ana Bocewicz" userId="c69bf83208dcc5e0" providerId="LiveId" clId="{91012EC9-12F8-41E9-919B-121F24021499}" dt="2024-08-24T13:47:05.189" v="2178" actId="27636"/>
          <ac:spMkLst>
            <pc:docMk/>
            <pc:sldMk cId="106904919" sldId="261"/>
            <ac:spMk id="23" creationId="{852DCDAC-75DA-4529-8A41-D986A60AE76E}"/>
          </ac:spMkLst>
        </pc:spChg>
      </pc:sldChg>
      <pc:sldChg chg="addSp delSp modSp mod addAnim delAnim modAnim">
        <pc:chgData name="Ana Bocewicz" userId="c69bf83208dcc5e0" providerId="LiveId" clId="{91012EC9-12F8-41E9-919B-121F24021499}" dt="2024-08-24T20:50:06.800" v="4719" actId="255"/>
        <pc:sldMkLst>
          <pc:docMk/>
          <pc:sldMk cId="3805706476" sldId="282"/>
        </pc:sldMkLst>
        <pc:spChg chg="add mod">
          <ac:chgData name="Ana Bocewicz" userId="c69bf83208dcc5e0" providerId="LiveId" clId="{91012EC9-12F8-41E9-919B-121F24021499}" dt="2024-08-24T20:42:17.667" v="4610" actId="1036"/>
          <ac:spMkLst>
            <pc:docMk/>
            <pc:sldMk cId="3805706476" sldId="282"/>
            <ac:spMk id="2" creationId="{5454013C-75B5-834A-AE90-B2C759F7ED66}"/>
          </ac:spMkLst>
        </pc:spChg>
        <pc:spChg chg="del">
          <ac:chgData name="Ana Bocewicz" userId="c69bf83208dcc5e0" providerId="LiveId" clId="{91012EC9-12F8-41E9-919B-121F24021499}" dt="2024-08-24T13:29:35.520" v="1447" actId="478"/>
          <ac:spMkLst>
            <pc:docMk/>
            <pc:sldMk cId="3805706476" sldId="282"/>
            <ac:spMk id="4" creationId="{0BC4EECE-B31A-46BE-AF80-E8C92A695395}"/>
          </ac:spMkLst>
        </pc:spChg>
        <pc:spChg chg="del">
          <ac:chgData name="Ana Bocewicz" userId="c69bf83208dcc5e0" providerId="LiveId" clId="{91012EC9-12F8-41E9-919B-121F24021499}" dt="2024-08-24T13:29:38.625" v="1448" actId="478"/>
          <ac:spMkLst>
            <pc:docMk/>
            <pc:sldMk cId="3805706476" sldId="282"/>
            <ac:spMk id="5" creationId="{6D38851D-F26E-478F-AF1F-B9F1F3128D25}"/>
          </ac:spMkLst>
        </pc:spChg>
        <pc:spChg chg="mod">
          <ac:chgData name="Ana Bocewicz" userId="c69bf83208dcc5e0" providerId="LiveId" clId="{91012EC9-12F8-41E9-919B-121F24021499}" dt="2024-08-24T20:50:06.800" v="4719" actId="255"/>
          <ac:spMkLst>
            <pc:docMk/>
            <pc:sldMk cId="3805706476" sldId="282"/>
            <ac:spMk id="6" creationId="{54543D0A-1112-418B-9FB9-8B68CD0FF46B}"/>
          </ac:spMkLst>
        </pc:spChg>
        <pc:spChg chg="mod">
          <ac:chgData name="Ana Bocewicz" userId="c69bf83208dcc5e0" providerId="LiveId" clId="{91012EC9-12F8-41E9-919B-121F24021499}" dt="2024-08-24T13:25:45.738" v="1216" actId="6549"/>
          <ac:spMkLst>
            <pc:docMk/>
            <pc:sldMk cId="3805706476" sldId="282"/>
            <ac:spMk id="7" creationId="{1A234FAD-5C38-0E96-8B18-160208841E5E}"/>
          </ac:spMkLst>
        </pc:spChg>
        <pc:spChg chg="del">
          <ac:chgData name="Ana Bocewicz" userId="c69bf83208dcc5e0" providerId="LiveId" clId="{91012EC9-12F8-41E9-919B-121F24021499}" dt="2024-08-24T13:29:44.654" v="1450" actId="478"/>
          <ac:spMkLst>
            <pc:docMk/>
            <pc:sldMk cId="3805706476" sldId="282"/>
            <ac:spMk id="8" creationId="{15F8A5D5-92CD-7FC7-8B63-149A1754112B}"/>
          </ac:spMkLst>
        </pc:spChg>
        <pc:spChg chg="del">
          <ac:chgData name="Ana Bocewicz" userId="c69bf83208dcc5e0" providerId="LiveId" clId="{91012EC9-12F8-41E9-919B-121F24021499}" dt="2024-08-24T13:29:41.487" v="1449" actId="478"/>
          <ac:spMkLst>
            <pc:docMk/>
            <pc:sldMk cId="3805706476" sldId="282"/>
            <ac:spMk id="9" creationId="{EFB63FFB-6BD3-36EB-F328-539DE842C142}"/>
          </ac:spMkLst>
        </pc:spChg>
        <pc:spChg chg="add del mod">
          <ac:chgData name="Ana Bocewicz" userId="c69bf83208dcc5e0" providerId="LiveId" clId="{91012EC9-12F8-41E9-919B-121F24021499}" dt="2024-08-24T13:53:51.767" v="2249" actId="478"/>
          <ac:spMkLst>
            <pc:docMk/>
            <pc:sldMk cId="3805706476" sldId="282"/>
            <ac:spMk id="10" creationId="{976505DE-8BB2-4C5D-5D9C-2A6EC67D56D6}"/>
          </ac:spMkLst>
        </pc:spChg>
        <pc:spChg chg="add del mod">
          <ac:chgData name="Ana Bocewicz" userId="c69bf83208dcc5e0" providerId="LiveId" clId="{91012EC9-12F8-41E9-919B-121F24021499}" dt="2024-08-24T13:41:25.077" v="1567" actId="478"/>
          <ac:spMkLst>
            <pc:docMk/>
            <pc:sldMk cId="3805706476" sldId="282"/>
            <ac:spMk id="12" creationId="{B7BB752B-8114-15EC-0ED4-F0B6B2D0AEF2}"/>
          </ac:spMkLst>
        </pc:spChg>
        <pc:spChg chg="add del mod">
          <ac:chgData name="Ana Bocewicz" userId="c69bf83208dcc5e0" providerId="LiveId" clId="{91012EC9-12F8-41E9-919B-121F24021499}" dt="2024-08-24T13:53:17.053" v="2248" actId="478"/>
          <ac:spMkLst>
            <pc:docMk/>
            <pc:sldMk cId="3805706476" sldId="282"/>
            <ac:spMk id="14" creationId="{2ABB6886-E329-6BC4-B4D1-B073F8134D70}"/>
          </ac:spMkLst>
        </pc:spChg>
        <pc:spChg chg="add mod">
          <ac:chgData name="Ana Bocewicz" userId="c69bf83208dcc5e0" providerId="LiveId" clId="{91012EC9-12F8-41E9-919B-121F24021499}" dt="2024-08-24T13:44:37.382" v="1677"/>
          <ac:spMkLst>
            <pc:docMk/>
            <pc:sldMk cId="3805706476" sldId="282"/>
            <ac:spMk id="15" creationId="{F864E5B4-2786-7936-6CFD-31D51D35C07C}"/>
          </ac:spMkLst>
        </pc:spChg>
        <pc:spChg chg="mod">
          <ac:chgData name="Ana Bocewicz" userId="c69bf83208dcc5e0" providerId="LiveId" clId="{91012EC9-12F8-41E9-919B-121F24021499}" dt="2024-08-24T13:41:20.865" v="1566" actId="6549"/>
          <ac:spMkLst>
            <pc:docMk/>
            <pc:sldMk cId="3805706476" sldId="282"/>
            <ac:spMk id="16" creationId="{43282259-8EF6-A575-2931-63F713AD6782}"/>
          </ac:spMkLst>
        </pc:spChg>
        <pc:spChg chg="add del mod">
          <ac:chgData name="Ana Bocewicz" userId="c69bf83208dcc5e0" providerId="LiveId" clId="{91012EC9-12F8-41E9-919B-121F24021499}" dt="2024-08-24T13:53:51.767" v="2249" actId="478"/>
          <ac:spMkLst>
            <pc:docMk/>
            <pc:sldMk cId="3805706476" sldId="282"/>
            <ac:spMk id="17" creationId="{E6B3DE56-BD07-F2EF-F08A-3149348263A7}"/>
          </ac:spMkLst>
        </pc:spChg>
        <pc:spChg chg="add mod">
          <ac:chgData name="Ana Bocewicz" userId="c69bf83208dcc5e0" providerId="LiveId" clId="{91012EC9-12F8-41E9-919B-121F24021499}" dt="2024-08-24T13:53:57.754" v="2323" actId="1035"/>
          <ac:spMkLst>
            <pc:docMk/>
            <pc:sldMk cId="3805706476" sldId="282"/>
            <ac:spMk id="18" creationId="{0AD29DCF-D9F0-E60A-9FDD-91956DF8D29C}"/>
          </ac:spMkLst>
        </pc:spChg>
        <pc:spChg chg="add mod">
          <ac:chgData name="Ana Bocewicz" userId="c69bf83208dcc5e0" providerId="LiveId" clId="{91012EC9-12F8-41E9-919B-121F24021499}" dt="2024-08-24T13:54:10.339" v="2431" actId="1038"/>
          <ac:spMkLst>
            <pc:docMk/>
            <pc:sldMk cId="3805706476" sldId="282"/>
            <ac:spMk id="19" creationId="{90A03ACE-4AAE-A879-4427-1CF390C6056E}"/>
          </ac:spMkLst>
        </pc:spChg>
        <pc:spChg chg="add mod">
          <ac:chgData name="Ana Bocewicz" userId="c69bf83208dcc5e0" providerId="LiveId" clId="{91012EC9-12F8-41E9-919B-121F24021499}" dt="2024-08-24T13:57:32.618" v="2622" actId="1037"/>
          <ac:spMkLst>
            <pc:docMk/>
            <pc:sldMk cId="3805706476" sldId="282"/>
            <ac:spMk id="23" creationId="{738E6908-3B5C-D4E1-7737-6A2D19BC142A}"/>
          </ac:spMkLst>
        </pc:spChg>
        <pc:spChg chg="add mod">
          <ac:chgData name="Ana Bocewicz" userId="c69bf83208dcc5e0" providerId="LiveId" clId="{91012EC9-12F8-41E9-919B-121F24021499}" dt="2024-08-24T13:56:44.978" v="2570" actId="1037"/>
          <ac:spMkLst>
            <pc:docMk/>
            <pc:sldMk cId="3805706476" sldId="282"/>
            <ac:spMk id="24" creationId="{A6534BA1-ADFD-3BB4-AA28-8730770EC621}"/>
          </ac:spMkLst>
        </pc:spChg>
        <pc:picChg chg="del">
          <ac:chgData name="Ana Bocewicz" userId="c69bf83208dcc5e0" providerId="LiveId" clId="{91012EC9-12F8-41E9-919B-121F24021499}" dt="2024-08-24T13:28:23.313" v="1270" actId="478"/>
          <ac:picMkLst>
            <pc:docMk/>
            <pc:sldMk cId="3805706476" sldId="282"/>
            <ac:picMk id="3" creationId="{B759A3EE-E64E-4A01-A460-4B65F1B89AB1}"/>
          </ac:picMkLst>
        </pc:picChg>
        <pc:picChg chg="add del">
          <ac:chgData name="Ana Bocewicz" userId="c69bf83208dcc5e0" providerId="LiveId" clId="{91012EC9-12F8-41E9-919B-121F24021499}" dt="2024-08-24T13:54:39.434" v="2435" actId="22"/>
          <ac:picMkLst>
            <pc:docMk/>
            <pc:sldMk cId="3805706476" sldId="282"/>
            <ac:picMk id="21" creationId="{A3452C1A-49A4-91C2-0E29-FA9069531931}"/>
          </ac:picMkLst>
        </pc:picChg>
      </pc:sldChg>
      <pc:sldChg chg="modSp mod">
        <pc:chgData name="Ana Bocewicz" userId="c69bf83208dcc5e0" providerId="LiveId" clId="{91012EC9-12F8-41E9-919B-121F24021499}" dt="2024-08-24T21:16:16.682" v="4871" actId="20577"/>
        <pc:sldMkLst>
          <pc:docMk/>
          <pc:sldMk cId="2257953039" sldId="339"/>
        </pc:sldMkLst>
        <pc:spChg chg="mod">
          <ac:chgData name="Ana Bocewicz" userId="c69bf83208dcc5e0" providerId="LiveId" clId="{91012EC9-12F8-41E9-919B-121F24021499}" dt="2024-08-24T21:16:16.682" v="4871" actId="20577"/>
          <ac:spMkLst>
            <pc:docMk/>
            <pc:sldMk cId="2257953039" sldId="339"/>
            <ac:spMk id="3" creationId="{5B285650-0ACE-4A34-97E7-66B7D01A88E5}"/>
          </ac:spMkLst>
        </pc:spChg>
      </pc:sldChg>
      <pc:sldChg chg="del">
        <pc:chgData name="Ana Bocewicz" userId="c69bf83208dcc5e0" providerId="LiveId" clId="{91012EC9-12F8-41E9-919B-121F24021499}" dt="2024-08-25T01:27:49.663" v="7712" actId="47"/>
        <pc:sldMkLst>
          <pc:docMk/>
          <pc:sldMk cId="2824007719" sldId="348"/>
        </pc:sldMkLst>
      </pc:sldChg>
      <pc:sldChg chg="modSp mod">
        <pc:chgData name="Ana Bocewicz" userId="c69bf83208dcc5e0" providerId="LiveId" clId="{91012EC9-12F8-41E9-919B-121F24021499}" dt="2024-08-24T21:14:27.821" v="4831" actId="255"/>
        <pc:sldMkLst>
          <pc:docMk/>
          <pc:sldMk cId="2108729777" sldId="359"/>
        </pc:sldMkLst>
        <pc:graphicFrameChg chg="mod">
          <ac:chgData name="Ana Bocewicz" userId="c69bf83208dcc5e0" providerId="LiveId" clId="{91012EC9-12F8-41E9-919B-121F24021499}" dt="2024-08-24T21:14:27.821" v="4831" actId="255"/>
          <ac:graphicFrameMkLst>
            <pc:docMk/>
            <pc:sldMk cId="2108729777" sldId="359"/>
            <ac:graphicFrameMk id="2" creationId="{BDA82E83-7865-0C5F-06CF-C62B0306B05C}"/>
          </ac:graphicFrameMkLst>
        </pc:graphicFrameChg>
      </pc:sldChg>
      <pc:sldChg chg="del">
        <pc:chgData name="Ana Bocewicz" userId="c69bf83208dcc5e0" providerId="LiveId" clId="{91012EC9-12F8-41E9-919B-121F24021499}" dt="2024-08-25T01:27:53.522" v="7713" actId="47"/>
        <pc:sldMkLst>
          <pc:docMk/>
          <pc:sldMk cId="2419372846" sldId="389"/>
        </pc:sldMkLst>
      </pc:sldChg>
      <pc:sldChg chg="del">
        <pc:chgData name="Ana Bocewicz" userId="c69bf83208dcc5e0" providerId="LiveId" clId="{91012EC9-12F8-41E9-919B-121F24021499}" dt="2024-08-24T20:52:12.676" v="4763" actId="47"/>
        <pc:sldMkLst>
          <pc:docMk/>
          <pc:sldMk cId="96694918" sldId="406"/>
        </pc:sldMkLst>
      </pc:sldChg>
      <pc:sldChg chg="del">
        <pc:chgData name="Ana Bocewicz" userId="c69bf83208dcc5e0" providerId="LiveId" clId="{91012EC9-12F8-41E9-919B-121F24021499}" dt="2024-08-25T01:27:43.273" v="7710" actId="47"/>
        <pc:sldMkLst>
          <pc:docMk/>
          <pc:sldMk cId="916304178" sldId="422"/>
        </pc:sldMkLst>
      </pc:sldChg>
      <pc:sldChg chg="del">
        <pc:chgData name="Ana Bocewicz" userId="c69bf83208dcc5e0" providerId="LiveId" clId="{91012EC9-12F8-41E9-919B-121F24021499}" dt="2024-08-25T01:34:22.088" v="7816" actId="47"/>
        <pc:sldMkLst>
          <pc:docMk/>
          <pc:sldMk cId="4268830389" sldId="435"/>
        </pc:sldMkLst>
      </pc:sldChg>
      <pc:sldChg chg="delSp modSp mod">
        <pc:chgData name="Ana Bocewicz" userId="c69bf83208dcc5e0" providerId="LiveId" clId="{91012EC9-12F8-41E9-919B-121F24021499}" dt="2024-08-25T01:34:34.073" v="7889" actId="1036"/>
        <pc:sldMkLst>
          <pc:docMk/>
          <pc:sldMk cId="1741637005" sldId="439"/>
        </pc:sldMkLst>
        <pc:spChg chg="mod">
          <ac:chgData name="Ana Bocewicz" userId="c69bf83208dcc5e0" providerId="LiveId" clId="{91012EC9-12F8-41E9-919B-121F24021499}" dt="2024-08-25T01:34:34.073" v="7889" actId="1036"/>
          <ac:spMkLst>
            <pc:docMk/>
            <pc:sldMk cId="1741637005" sldId="439"/>
            <ac:spMk id="6" creationId="{00000000-0000-0000-0000-000000000000}"/>
          </ac:spMkLst>
        </pc:spChg>
        <pc:picChg chg="del">
          <ac:chgData name="Ana Bocewicz" userId="c69bf83208dcc5e0" providerId="LiveId" clId="{91012EC9-12F8-41E9-919B-121F24021499}" dt="2024-08-25T01:28:12.884" v="7715" actId="478"/>
          <ac:picMkLst>
            <pc:docMk/>
            <pc:sldMk cId="1741637005" sldId="439"/>
            <ac:picMk id="2" creationId="{E3FC2907-0BA3-F5FB-0577-8290D0DEC7D3}"/>
          </ac:picMkLst>
        </pc:picChg>
        <pc:picChg chg="del">
          <ac:chgData name="Ana Bocewicz" userId="c69bf83208dcc5e0" providerId="LiveId" clId="{91012EC9-12F8-41E9-919B-121F24021499}" dt="2024-08-25T01:28:10.366" v="7714" actId="478"/>
          <ac:picMkLst>
            <pc:docMk/>
            <pc:sldMk cId="1741637005" sldId="439"/>
            <ac:picMk id="3" creationId="{C135FFE9-22A4-725A-7D43-7ED4391F68FB}"/>
          </ac:picMkLst>
        </pc:picChg>
      </pc:sldChg>
      <pc:sldChg chg="addSp delSp modSp mod delAnim modAnim">
        <pc:chgData name="Ana Bocewicz" userId="c69bf83208dcc5e0" providerId="LiveId" clId="{91012EC9-12F8-41E9-919B-121F24021499}" dt="2024-08-25T01:33:34.221" v="7815" actId="255"/>
        <pc:sldMkLst>
          <pc:docMk/>
          <pc:sldMk cId="1908501032" sldId="442"/>
        </pc:sldMkLst>
        <pc:spChg chg="add del">
          <ac:chgData name="Ana Bocewicz" userId="c69bf83208dcc5e0" providerId="LiveId" clId="{91012EC9-12F8-41E9-919B-121F24021499}" dt="2024-08-24T21:38:43.524" v="4951" actId="478"/>
          <ac:spMkLst>
            <pc:docMk/>
            <pc:sldMk cId="1908501032" sldId="442"/>
            <ac:spMk id="3" creationId="{A0901CFF-F9AE-E71D-DC50-0E3071E3994D}"/>
          </ac:spMkLst>
        </pc:spChg>
        <pc:spChg chg="mod">
          <ac:chgData name="Ana Bocewicz" userId="c69bf83208dcc5e0" providerId="LiveId" clId="{91012EC9-12F8-41E9-919B-121F24021499}" dt="2024-08-24T21:16:29.492" v="4882" actId="20577"/>
          <ac:spMkLst>
            <pc:docMk/>
            <pc:sldMk cId="1908501032" sldId="442"/>
            <ac:spMk id="4" creationId="{BF37F32D-C055-A668-676E-E8C5268A934E}"/>
          </ac:spMkLst>
        </pc:spChg>
        <pc:spChg chg="add del mod">
          <ac:chgData name="Ana Bocewicz" userId="c69bf83208dcc5e0" providerId="LiveId" clId="{91012EC9-12F8-41E9-919B-121F24021499}" dt="2024-08-24T21:54:26.246" v="5837" actId="478"/>
          <ac:spMkLst>
            <pc:docMk/>
            <pc:sldMk cId="1908501032" sldId="442"/>
            <ac:spMk id="5" creationId="{80B543E2-06C3-9EFD-20DD-6D9DE43F5822}"/>
          </ac:spMkLst>
        </pc:spChg>
        <pc:spChg chg="add mod">
          <ac:chgData name="Ana Bocewicz" userId="c69bf83208dcc5e0" providerId="LiveId" clId="{91012EC9-12F8-41E9-919B-121F24021499}" dt="2024-08-25T01:33:34.221" v="7815" actId="255"/>
          <ac:spMkLst>
            <pc:docMk/>
            <pc:sldMk cId="1908501032" sldId="442"/>
            <ac:spMk id="6" creationId="{99808FAE-AAE9-32B6-DB47-9D43C6A0349A}"/>
          </ac:spMkLst>
        </pc:spChg>
        <pc:spChg chg="add mod">
          <ac:chgData name="Ana Bocewicz" userId="c69bf83208dcc5e0" providerId="LiveId" clId="{91012EC9-12F8-41E9-919B-121F24021499}" dt="2024-08-25T01:33:12.380" v="7814" actId="20577"/>
          <ac:spMkLst>
            <pc:docMk/>
            <pc:sldMk cId="1908501032" sldId="442"/>
            <ac:spMk id="7" creationId="{35F1CA78-F035-B4F1-37DA-6B9C81CB5715}"/>
          </ac:spMkLst>
        </pc:spChg>
        <pc:spChg chg="del mod">
          <ac:chgData name="Ana Bocewicz" userId="c69bf83208dcc5e0" providerId="LiveId" clId="{91012EC9-12F8-41E9-919B-121F24021499}" dt="2024-08-24T21:54:54.989" v="5899" actId="478"/>
          <ac:spMkLst>
            <pc:docMk/>
            <pc:sldMk cId="1908501032" sldId="442"/>
            <ac:spMk id="29" creationId="{B54074C9-FCEF-4AA1-0506-8AD38BB03C47}"/>
          </ac:spMkLst>
        </pc:spChg>
        <pc:graphicFrameChg chg="del">
          <ac:chgData name="Ana Bocewicz" userId="c69bf83208dcc5e0" providerId="LiveId" clId="{91012EC9-12F8-41E9-919B-121F24021499}" dt="2024-08-24T21:38:00.094" v="4948" actId="478"/>
          <ac:graphicFrameMkLst>
            <pc:docMk/>
            <pc:sldMk cId="1908501032" sldId="442"/>
            <ac:graphicFrameMk id="9" creationId="{63C7356A-8724-3BD2-A3E4-D15E31133ED0}"/>
          </ac:graphicFrameMkLst>
        </pc:graphicFrameChg>
      </pc:sldChg>
      <pc:sldChg chg="del">
        <pc:chgData name="Ana Bocewicz" userId="c69bf83208dcc5e0" providerId="LiveId" clId="{91012EC9-12F8-41E9-919B-121F24021499}" dt="2024-08-25T01:27:45.662" v="7711" actId="47"/>
        <pc:sldMkLst>
          <pc:docMk/>
          <pc:sldMk cId="664078773" sldId="444"/>
        </pc:sldMkLst>
      </pc:sldChg>
      <pc:sldChg chg="del">
        <pc:chgData name="Ana Bocewicz" userId="c69bf83208dcc5e0" providerId="LiveId" clId="{91012EC9-12F8-41E9-919B-121F24021499}" dt="2024-08-24T20:51:27.028" v="4762" actId="47"/>
        <pc:sldMkLst>
          <pc:docMk/>
          <pc:sldMk cId="3702365522" sldId="449"/>
        </pc:sldMkLst>
      </pc:sldChg>
      <pc:sldChg chg="delSp add mod ord delAnim">
        <pc:chgData name="Ana Bocewicz" userId="c69bf83208dcc5e0" providerId="LiveId" clId="{91012EC9-12F8-41E9-919B-121F24021499}" dt="2024-08-24T20:49:09.874" v="4716" actId="478"/>
        <pc:sldMkLst>
          <pc:docMk/>
          <pc:sldMk cId="2087931829" sldId="450"/>
        </pc:sldMkLst>
        <pc:spChg chg="del">
          <ac:chgData name="Ana Bocewicz" userId="c69bf83208dcc5e0" providerId="LiveId" clId="{91012EC9-12F8-41E9-919B-121F24021499}" dt="2024-08-24T20:49:09.874" v="4716" actId="478"/>
          <ac:spMkLst>
            <pc:docMk/>
            <pc:sldMk cId="2087931829" sldId="450"/>
            <ac:spMk id="8" creationId="{15F8A5D5-92CD-7FC7-8B63-149A1754112B}"/>
          </ac:spMkLst>
        </pc:spChg>
        <pc:spChg chg="del">
          <ac:chgData name="Ana Bocewicz" userId="c69bf83208dcc5e0" providerId="LiveId" clId="{91012EC9-12F8-41E9-919B-121F24021499}" dt="2024-08-24T20:49:05.767" v="4715" actId="478"/>
          <ac:spMkLst>
            <pc:docMk/>
            <pc:sldMk cId="2087931829" sldId="450"/>
            <ac:spMk id="9" creationId="{EFB63FFB-6BD3-36EB-F328-539DE842C142}"/>
          </ac:spMkLst>
        </pc:spChg>
      </pc:sldChg>
      <pc:sldChg chg="addSp delSp modSp add mod ord addAnim delAnim modAnim">
        <pc:chgData name="Ana Bocewicz" userId="c69bf83208dcc5e0" providerId="LiveId" clId="{91012EC9-12F8-41E9-919B-121F24021499}" dt="2024-08-24T20:55:06.721" v="4797" actId="1037"/>
        <pc:sldMkLst>
          <pc:docMk/>
          <pc:sldMk cId="817045531" sldId="451"/>
        </pc:sldMkLst>
        <pc:spChg chg="add mod">
          <ac:chgData name="Ana Bocewicz" userId="c69bf83208dcc5e0" providerId="LiveId" clId="{91012EC9-12F8-41E9-919B-121F24021499}" dt="2024-08-23T23:05:17.351" v="979" actId="14100"/>
          <ac:spMkLst>
            <pc:docMk/>
            <pc:sldMk cId="817045531" sldId="451"/>
            <ac:spMk id="2" creationId="{60DD4B55-AD14-3EC7-7239-3BF2B509B878}"/>
          </ac:spMkLst>
        </pc:spChg>
        <pc:spChg chg="del">
          <ac:chgData name="Ana Bocewicz" userId="c69bf83208dcc5e0" providerId="LiveId" clId="{91012EC9-12F8-41E9-919B-121F24021499}" dt="2024-08-23T23:02:25.293" v="711" actId="478"/>
          <ac:spMkLst>
            <pc:docMk/>
            <pc:sldMk cId="817045531" sldId="451"/>
            <ac:spMk id="4" creationId="{0BC4EECE-B31A-46BE-AF80-E8C92A695395}"/>
          </ac:spMkLst>
        </pc:spChg>
        <pc:spChg chg="del">
          <ac:chgData name="Ana Bocewicz" userId="c69bf83208dcc5e0" providerId="LiveId" clId="{91012EC9-12F8-41E9-919B-121F24021499}" dt="2024-08-23T23:02:22.053" v="710" actId="478"/>
          <ac:spMkLst>
            <pc:docMk/>
            <pc:sldMk cId="817045531" sldId="451"/>
            <ac:spMk id="5" creationId="{6D38851D-F26E-478F-AF1F-B9F1F3128D25}"/>
          </ac:spMkLst>
        </pc:spChg>
        <pc:spChg chg="mod">
          <ac:chgData name="Ana Bocewicz" userId="c69bf83208dcc5e0" providerId="LiveId" clId="{91012EC9-12F8-41E9-919B-121F24021499}" dt="2024-08-23T23:05:30.370" v="1048" actId="1035"/>
          <ac:spMkLst>
            <pc:docMk/>
            <pc:sldMk cId="817045531" sldId="451"/>
            <ac:spMk id="6" creationId="{54543D0A-1112-418B-9FB9-8B68CD0FF46B}"/>
          </ac:spMkLst>
        </pc:spChg>
        <pc:spChg chg="mod">
          <ac:chgData name="Ana Bocewicz" userId="c69bf83208dcc5e0" providerId="LiveId" clId="{91012EC9-12F8-41E9-919B-121F24021499}" dt="2024-08-23T22:54:49.757" v="236" actId="6549"/>
          <ac:spMkLst>
            <pc:docMk/>
            <pc:sldMk cId="817045531" sldId="451"/>
            <ac:spMk id="7" creationId="{1A234FAD-5C38-0E96-8B18-160208841E5E}"/>
          </ac:spMkLst>
        </pc:spChg>
        <pc:spChg chg="del">
          <ac:chgData name="Ana Bocewicz" userId="c69bf83208dcc5e0" providerId="LiveId" clId="{91012EC9-12F8-41E9-919B-121F24021499}" dt="2024-08-23T23:02:31.518" v="713" actId="478"/>
          <ac:spMkLst>
            <pc:docMk/>
            <pc:sldMk cId="817045531" sldId="451"/>
            <ac:spMk id="8" creationId="{15F8A5D5-92CD-7FC7-8B63-149A1754112B}"/>
          </ac:spMkLst>
        </pc:spChg>
        <pc:spChg chg="del">
          <ac:chgData name="Ana Bocewicz" userId="c69bf83208dcc5e0" providerId="LiveId" clId="{91012EC9-12F8-41E9-919B-121F24021499}" dt="2024-08-23T23:02:27.943" v="712" actId="478"/>
          <ac:spMkLst>
            <pc:docMk/>
            <pc:sldMk cId="817045531" sldId="451"/>
            <ac:spMk id="9" creationId="{EFB63FFB-6BD3-36EB-F328-539DE842C142}"/>
          </ac:spMkLst>
        </pc:spChg>
        <pc:spChg chg="add del mod">
          <ac:chgData name="Ana Bocewicz" userId="c69bf83208dcc5e0" providerId="LiveId" clId="{91012EC9-12F8-41E9-919B-121F24021499}" dt="2024-08-23T23:03:21.642" v="734"/>
          <ac:spMkLst>
            <pc:docMk/>
            <pc:sldMk cId="817045531" sldId="451"/>
            <ac:spMk id="10" creationId="{C6869225-F028-28F3-7598-B04C013F6B0C}"/>
          </ac:spMkLst>
        </pc:spChg>
        <pc:spChg chg="add mod">
          <ac:chgData name="Ana Bocewicz" userId="c69bf83208dcc5e0" providerId="LiveId" clId="{91012EC9-12F8-41E9-919B-121F24021499}" dt="2024-08-24T20:55:06.721" v="4797" actId="1037"/>
          <ac:spMkLst>
            <pc:docMk/>
            <pc:sldMk cId="817045531" sldId="451"/>
            <ac:spMk id="13" creationId="{ED063328-B333-9FF3-6AA0-DADB81866BA4}"/>
          </ac:spMkLst>
        </pc:spChg>
        <pc:spChg chg="add mod">
          <ac:chgData name="Ana Bocewicz" userId="c69bf83208dcc5e0" providerId="LiveId" clId="{91012EC9-12F8-41E9-919B-121F24021499}" dt="2024-08-23T23:06:37.142" v="1155" actId="1038"/>
          <ac:spMkLst>
            <pc:docMk/>
            <pc:sldMk cId="817045531" sldId="451"/>
            <ac:spMk id="15" creationId="{C1966426-FECD-B07E-F0EC-71BA47239475}"/>
          </ac:spMkLst>
        </pc:spChg>
        <pc:spChg chg="add del mod">
          <ac:chgData name="Ana Bocewicz" userId="c69bf83208dcc5e0" providerId="LiveId" clId="{91012EC9-12F8-41E9-919B-121F24021499}" dt="2024-08-23T23:02:15.280" v="709" actId="478"/>
          <ac:spMkLst>
            <pc:docMk/>
            <pc:sldMk cId="817045531" sldId="451"/>
            <ac:spMk id="16" creationId="{43282259-8EF6-A575-2931-63F713AD6782}"/>
          </ac:spMkLst>
        </pc:spChg>
        <pc:spChg chg="add del mod">
          <ac:chgData name="Ana Bocewicz" userId="c69bf83208dcc5e0" providerId="LiveId" clId="{91012EC9-12F8-41E9-919B-121F24021499}" dt="2024-08-24T20:55:01.750" v="4766" actId="478"/>
          <ac:spMkLst>
            <pc:docMk/>
            <pc:sldMk cId="817045531" sldId="451"/>
            <ac:spMk id="18" creationId="{18673B5E-2251-2D9A-D06C-D15B5579EA11}"/>
          </ac:spMkLst>
        </pc:spChg>
        <pc:spChg chg="add mod">
          <ac:chgData name="Ana Bocewicz" userId="c69bf83208dcc5e0" providerId="LiveId" clId="{91012EC9-12F8-41E9-919B-121F24021499}" dt="2024-08-24T13:13:19.082" v="1160" actId="255"/>
          <ac:spMkLst>
            <pc:docMk/>
            <pc:sldMk cId="817045531" sldId="451"/>
            <ac:spMk id="19" creationId="{94F475C6-41B9-347D-483E-557CCEF2D7A1}"/>
          </ac:spMkLst>
        </pc:spChg>
        <pc:picChg chg="del">
          <ac:chgData name="Ana Bocewicz" userId="c69bf83208dcc5e0" providerId="LiveId" clId="{91012EC9-12F8-41E9-919B-121F24021499}" dt="2024-08-23T22:54:38.575" v="214" actId="478"/>
          <ac:picMkLst>
            <pc:docMk/>
            <pc:sldMk cId="817045531" sldId="451"/>
            <ac:picMk id="3" creationId="{B759A3EE-E64E-4A01-A460-4B65F1B89AB1}"/>
          </ac:picMkLst>
        </pc:picChg>
      </pc:sldChg>
      <pc:sldChg chg="addSp delSp modSp add mod delAnim">
        <pc:chgData name="Ana Bocewicz" userId="c69bf83208dcc5e0" providerId="LiveId" clId="{91012EC9-12F8-41E9-919B-121F24021499}" dt="2024-08-24T20:56:05.546" v="4802" actId="6549"/>
        <pc:sldMkLst>
          <pc:docMk/>
          <pc:sldMk cId="3143711384" sldId="452"/>
        </pc:sldMkLst>
        <pc:spChg chg="del mod">
          <ac:chgData name="Ana Bocewicz" userId="c69bf83208dcc5e0" providerId="LiveId" clId="{91012EC9-12F8-41E9-919B-121F24021499}" dt="2024-08-24T14:11:31.699" v="3049" actId="478"/>
          <ac:spMkLst>
            <pc:docMk/>
            <pc:sldMk cId="3143711384" sldId="452"/>
            <ac:spMk id="2" creationId="{5454013C-75B5-834A-AE90-B2C759F7ED66}"/>
          </ac:spMkLst>
        </pc:spChg>
        <pc:spChg chg="mod">
          <ac:chgData name="Ana Bocewicz" userId="c69bf83208dcc5e0" providerId="LiveId" clId="{91012EC9-12F8-41E9-919B-121F24021499}" dt="2024-08-24T20:56:05.546" v="4802" actId="6549"/>
          <ac:spMkLst>
            <pc:docMk/>
            <pc:sldMk cId="3143711384" sldId="452"/>
            <ac:spMk id="6" creationId="{54543D0A-1112-418B-9FB9-8B68CD0FF46B}"/>
          </ac:spMkLst>
        </pc:spChg>
        <pc:spChg chg="add mod">
          <ac:chgData name="Ana Bocewicz" userId="c69bf83208dcc5e0" providerId="LiveId" clId="{91012EC9-12F8-41E9-919B-121F24021499}" dt="2024-08-24T14:15:49.241" v="3636" actId="113"/>
          <ac:spMkLst>
            <pc:docMk/>
            <pc:sldMk cId="3143711384" sldId="452"/>
            <ac:spMk id="9" creationId="{17DDED07-E7D8-150C-E105-BE38ED561AA3}"/>
          </ac:spMkLst>
        </pc:spChg>
        <pc:spChg chg="del">
          <ac:chgData name="Ana Bocewicz" userId="c69bf83208dcc5e0" providerId="LiveId" clId="{91012EC9-12F8-41E9-919B-121F24021499}" dt="2024-08-24T13:51:50.385" v="2183" actId="478"/>
          <ac:spMkLst>
            <pc:docMk/>
            <pc:sldMk cId="3143711384" sldId="452"/>
            <ac:spMk id="10" creationId="{976505DE-8BB2-4C5D-5D9C-2A6EC67D56D6}"/>
          </ac:spMkLst>
        </pc:spChg>
        <pc:spChg chg="add del">
          <ac:chgData name="Ana Bocewicz" userId="c69bf83208dcc5e0" providerId="LiveId" clId="{91012EC9-12F8-41E9-919B-121F24021499}" dt="2024-08-24T14:14:46.434" v="3474" actId="22"/>
          <ac:spMkLst>
            <pc:docMk/>
            <pc:sldMk cId="3143711384" sldId="452"/>
            <ac:spMk id="13" creationId="{871EB258-F09E-BF39-2DED-63565121D2E9}"/>
          </ac:spMkLst>
        </pc:spChg>
        <pc:spChg chg="del">
          <ac:chgData name="Ana Bocewicz" userId="c69bf83208dcc5e0" providerId="LiveId" clId="{91012EC9-12F8-41E9-919B-121F24021499}" dt="2024-08-24T13:51:47.641" v="2182" actId="478"/>
          <ac:spMkLst>
            <pc:docMk/>
            <pc:sldMk cId="3143711384" sldId="452"/>
            <ac:spMk id="14" creationId="{2ABB6886-E329-6BC4-B4D1-B073F8134D70}"/>
          </ac:spMkLst>
        </pc:spChg>
        <pc:spChg chg="del">
          <ac:chgData name="Ana Bocewicz" userId="c69bf83208dcc5e0" providerId="LiveId" clId="{91012EC9-12F8-41E9-919B-121F24021499}" dt="2024-08-24T14:04:49.622" v="3042" actId="478"/>
          <ac:spMkLst>
            <pc:docMk/>
            <pc:sldMk cId="3143711384" sldId="452"/>
            <ac:spMk id="15" creationId="{F864E5B4-2786-7936-6CFD-31D51D35C07C}"/>
          </ac:spMkLst>
        </pc:spChg>
        <pc:spChg chg="del">
          <ac:chgData name="Ana Bocewicz" userId="c69bf83208dcc5e0" providerId="LiveId" clId="{91012EC9-12F8-41E9-919B-121F24021499}" dt="2024-08-24T14:04:52.382" v="3043" actId="478"/>
          <ac:spMkLst>
            <pc:docMk/>
            <pc:sldMk cId="3143711384" sldId="452"/>
            <ac:spMk id="16" creationId="{43282259-8EF6-A575-2931-63F713AD6782}"/>
          </ac:spMkLst>
        </pc:spChg>
        <pc:spChg chg="del">
          <ac:chgData name="Ana Bocewicz" userId="c69bf83208dcc5e0" providerId="LiveId" clId="{91012EC9-12F8-41E9-919B-121F24021499}" dt="2024-08-24T13:51:54.535" v="2184" actId="478"/>
          <ac:spMkLst>
            <pc:docMk/>
            <pc:sldMk cId="3143711384" sldId="452"/>
            <ac:spMk id="17" creationId="{E6B3DE56-BD07-F2EF-F08A-3149348263A7}"/>
          </ac:spMkLst>
        </pc:spChg>
        <pc:spChg chg="del">
          <ac:chgData name="Ana Bocewicz" userId="c69bf83208dcc5e0" providerId="LiveId" clId="{91012EC9-12F8-41E9-919B-121F24021499}" dt="2024-08-24T13:51:56.644" v="2185" actId="478"/>
          <ac:spMkLst>
            <pc:docMk/>
            <pc:sldMk cId="3143711384" sldId="452"/>
            <ac:spMk id="18" creationId="{0AD29DCF-D9F0-E60A-9FDD-91956DF8D29C}"/>
          </ac:spMkLst>
        </pc:spChg>
        <pc:spChg chg="del mod">
          <ac:chgData name="Ana Bocewicz" userId="c69bf83208dcc5e0" providerId="LiveId" clId="{91012EC9-12F8-41E9-919B-121F24021499}" dt="2024-08-24T14:04:55.908" v="3044" actId="478"/>
          <ac:spMkLst>
            <pc:docMk/>
            <pc:sldMk cId="3143711384" sldId="452"/>
            <ac:spMk id="19" creationId="{90A03ACE-4AAE-A879-4427-1CF390C6056E}"/>
          </ac:spMkLst>
        </pc:spChg>
        <pc:spChg chg="add mod">
          <ac:chgData name="Ana Bocewicz" userId="c69bf83208dcc5e0" providerId="LiveId" clId="{91012EC9-12F8-41E9-919B-121F24021499}" dt="2024-08-24T14:16:24.393" v="3646" actId="20577"/>
          <ac:spMkLst>
            <pc:docMk/>
            <pc:sldMk cId="3143711384" sldId="452"/>
            <ac:spMk id="21" creationId="{B6E97D7A-2274-8A4F-CAAE-A841D766F4D1}"/>
          </ac:spMkLst>
        </pc:spChg>
        <pc:picChg chg="add del">
          <ac:chgData name="Ana Bocewicz" userId="c69bf83208dcc5e0" providerId="LiveId" clId="{91012EC9-12F8-41E9-919B-121F24021499}" dt="2024-08-24T14:11:04.088" v="3046" actId="478"/>
          <ac:picMkLst>
            <pc:docMk/>
            <pc:sldMk cId="3143711384" sldId="452"/>
            <ac:picMk id="4" creationId="{43C829DB-BFAB-CCAB-5A7D-5609EBD94D98}"/>
          </ac:picMkLst>
        </pc:picChg>
        <pc:picChg chg="add mod">
          <ac:chgData name="Ana Bocewicz" userId="c69bf83208dcc5e0" providerId="LiveId" clId="{91012EC9-12F8-41E9-919B-121F24021499}" dt="2024-08-24T14:11:41.008" v="3124" actId="1035"/>
          <ac:picMkLst>
            <pc:docMk/>
            <pc:sldMk cId="3143711384" sldId="452"/>
            <ac:picMk id="8" creationId="{1EE1076D-C07E-940A-6ABD-90EEA8CBCCD9}"/>
          </ac:picMkLst>
        </pc:picChg>
      </pc:sldChg>
      <pc:sldChg chg="addSp delSp modSp add mod delAnim">
        <pc:chgData name="Ana Bocewicz" userId="c69bf83208dcc5e0" providerId="LiveId" clId="{91012EC9-12F8-41E9-919B-121F24021499}" dt="2024-08-24T20:55:42.192" v="4798" actId="20577"/>
        <pc:sldMkLst>
          <pc:docMk/>
          <pc:sldMk cId="2863486960" sldId="453"/>
        </pc:sldMkLst>
        <pc:spChg chg="del">
          <ac:chgData name="Ana Bocewicz" userId="c69bf83208dcc5e0" providerId="LiveId" clId="{91012EC9-12F8-41E9-919B-121F24021499}" dt="2024-08-24T13:58:12.369" v="2624" actId="478"/>
          <ac:spMkLst>
            <pc:docMk/>
            <pc:sldMk cId="2863486960" sldId="453"/>
            <ac:spMk id="2" creationId="{5454013C-75B5-834A-AE90-B2C759F7ED66}"/>
          </ac:spMkLst>
        </pc:spChg>
        <pc:spChg chg="add mod">
          <ac:chgData name="Ana Bocewicz" userId="c69bf83208dcc5e0" providerId="LiveId" clId="{91012EC9-12F8-41E9-919B-121F24021499}" dt="2024-08-24T20:42:31.431" v="4612" actId="20577"/>
          <ac:spMkLst>
            <pc:docMk/>
            <pc:sldMk cId="2863486960" sldId="453"/>
            <ac:spMk id="4" creationId="{8A797F9F-D4BB-3301-E02C-92F60A5801A9}"/>
          </ac:spMkLst>
        </pc:spChg>
        <pc:spChg chg="del">
          <ac:chgData name="Ana Bocewicz" userId="c69bf83208dcc5e0" providerId="LiveId" clId="{91012EC9-12F8-41E9-919B-121F24021499}" dt="2024-08-24T13:58:09.633" v="2623" actId="478"/>
          <ac:spMkLst>
            <pc:docMk/>
            <pc:sldMk cId="2863486960" sldId="453"/>
            <ac:spMk id="6" creationId="{54543D0A-1112-418B-9FB9-8B68CD0FF46B}"/>
          </ac:spMkLst>
        </pc:spChg>
        <pc:spChg chg="mod">
          <ac:chgData name="Ana Bocewicz" userId="c69bf83208dcc5e0" providerId="LiveId" clId="{91012EC9-12F8-41E9-919B-121F24021499}" dt="2024-08-24T13:58:28.367" v="2676" actId="1035"/>
          <ac:spMkLst>
            <pc:docMk/>
            <pc:sldMk cId="2863486960" sldId="453"/>
            <ac:spMk id="10" creationId="{976505DE-8BB2-4C5D-5D9C-2A6EC67D56D6}"/>
          </ac:spMkLst>
        </pc:spChg>
        <pc:spChg chg="mod">
          <ac:chgData name="Ana Bocewicz" userId="c69bf83208dcc5e0" providerId="LiveId" clId="{91012EC9-12F8-41E9-919B-121F24021499}" dt="2024-08-24T20:55:42.192" v="4798" actId="20577"/>
          <ac:spMkLst>
            <pc:docMk/>
            <pc:sldMk cId="2863486960" sldId="453"/>
            <ac:spMk id="14" creationId="{2ABB6886-E329-6BC4-B4D1-B073F8134D70}"/>
          </ac:spMkLst>
        </pc:spChg>
        <pc:spChg chg="del">
          <ac:chgData name="Ana Bocewicz" userId="c69bf83208dcc5e0" providerId="LiveId" clId="{91012EC9-12F8-41E9-919B-121F24021499}" dt="2024-08-24T13:58:14.330" v="2625" actId="478"/>
          <ac:spMkLst>
            <pc:docMk/>
            <pc:sldMk cId="2863486960" sldId="453"/>
            <ac:spMk id="15" creationId="{F864E5B4-2786-7936-6CFD-31D51D35C07C}"/>
          </ac:spMkLst>
        </pc:spChg>
        <pc:spChg chg="del">
          <ac:chgData name="Ana Bocewicz" userId="c69bf83208dcc5e0" providerId="LiveId" clId="{91012EC9-12F8-41E9-919B-121F24021499}" dt="2024-08-24T13:58:17.208" v="2626" actId="478"/>
          <ac:spMkLst>
            <pc:docMk/>
            <pc:sldMk cId="2863486960" sldId="453"/>
            <ac:spMk id="16" creationId="{43282259-8EF6-A575-2931-63F713AD6782}"/>
          </ac:spMkLst>
        </pc:spChg>
        <pc:spChg chg="mod">
          <ac:chgData name="Ana Bocewicz" userId="c69bf83208dcc5e0" providerId="LiveId" clId="{91012EC9-12F8-41E9-919B-121F24021499}" dt="2024-08-24T13:58:28.367" v="2676" actId="1035"/>
          <ac:spMkLst>
            <pc:docMk/>
            <pc:sldMk cId="2863486960" sldId="453"/>
            <ac:spMk id="17" creationId="{E6B3DE56-BD07-F2EF-F08A-3149348263A7}"/>
          </ac:spMkLst>
        </pc:spChg>
        <pc:spChg chg="mod">
          <ac:chgData name="Ana Bocewicz" userId="c69bf83208dcc5e0" providerId="LiveId" clId="{91012EC9-12F8-41E9-919B-121F24021499}" dt="2024-08-24T13:58:28.367" v="2676" actId="1035"/>
          <ac:spMkLst>
            <pc:docMk/>
            <pc:sldMk cId="2863486960" sldId="453"/>
            <ac:spMk id="18" creationId="{0AD29DCF-D9F0-E60A-9FDD-91956DF8D29C}"/>
          </ac:spMkLst>
        </pc:spChg>
        <pc:spChg chg="mod">
          <ac:chgData name="Ana Bocewicz" userId="c69bf83208dcc5e0" providerId="LiveId" clId="{91012EC9-12F8-41E9-919B-121F24021499}" dt="2024-08-24T14:03:55.863" v="3013" actId="1035"/>
          <ac:spMkLst>
            <pc:docMk/>
            <pc:sldMk cId="2863486960" sldId="453"/>
            <ac:spMk id="19" creationId="{90A03ACE-4AAE-A879-4427-1CF390C6056E}"/>
          </ac:spMkLst>
        </pc:spChg>
        <pc:picChg chg="add mod">
          <ac:chgData name="Ana Bocewicz" userId="c69bf83208dcc5e0" providerId="LiveId" clId="{91012EC9-12F8-41E9-919B-121F24021499}" dt="2024-08-24T14:03:32.151" v="2980" actId="1038"/>
          <ac:picMkLst>
            <pc:docMk/>
            <pc:sldMk cId="2863486960" sldId="453"/>
            <ac:picMk id="5" creationId="{A8F788B5-3B45-2240-51B0-9E1108B6DB96}"/>
          </ac:picMkLst>
        </pc:picChg>
      </pc:sldChg>
      <pc:sldChg chg="addSp delSp modSp add mod ord delAnim modAnim">
        <pc:chgData name="Ana Bocewicz" userId="c69bf83208dcc5e0" providerId="LiveId" clId="{91012EC9-12F8-41E9-919B-121F24021499}" dt="2024-08-24T20:50:47.580" v="4761" actId="20577"/>
        <pc:sldMkLst>
          <pc:docMk/>
          <pc:sldMk cId="1340858349" sldId="454"/>
        </pc:sldMkLst>
        <pc:spChg chg="del mod">
          <ac:chgData name="Ana Bocewicz" userId="c69bf83208dcc5e0" providerId="LiveId" clId="{91012EC9-12F8-41E9-919B-121F24021499}" dt="2024-08-24T20:36:58.118" v="4256" actId="478"/>
          <ac:spMkLst>
            <pc:docMk/>
            <pc:sldMk cId="1340858349" sldId="454"/>
            <ac:spMk id="2" creationId="{5454013C-75B5-834A-AE90-B2C759F7ED66}"/>
          </ac:spMkLst>
        </pc:spChg>
        <pc:spChg chg="add mod">
          <ac:chgData name="Ana Bocewicz" userId="c69bf83208dcc5e0" providerId="LiveId" clId="{91012EC9-12F8-41E9-919B-121F24021499}" dt="2024-08-24T20:35:45.043" v="3878" actId="1037"/>
          <ac:spMkLst>
            <pc:docMk/>
            <pc:sldMk cId="1340858349" sldId="454"/>
            <ac:spMk id="3" creationId="{087AE9DF-ADFA-066D-42D4-F5C4C22A94B9}"/>
          </ac:spMkLst>
        </pc:spChg>
        <pc:spChg chg="add mod">
          <ac:chgData name="Ana Bocewicz" userId="c69bf83208dcc5e0" providerId="LiveId" clId="{91012EC9-12F8-41E9-919B-121F24021499}" dt="2024-08-24T20:35:52.817" v="3971" actId="1036"/>
          <ac:spMkLst>
            <pc:docMk/>
            <pc:sldMk cId="1340858349" sldId="454"/>
            <ac:spMk id="4" creationId="{610A5FCB-9B6C-EBD5-65B7-E35E4C010767}"/>
          </ac:spMkLst>
        </pc:spChg>
        <pc:spChg chg="add mod">
          <ac:chgData name="Ana Bocewicz" userId="c69bf83208dcc5e0" providerId="LiveId" clId="{91012EC9-12F8-41E9-919B-121F24021499}" dt="2024-08-24T20:36:09.398" v="4131" actId="1037"/>
          <ac:spMkLst>
            <pc:docMk/>
            <pc:sldMk cId="1340858349" sldId="454"/>
            <ac:spMk id="5" creationId="{583F2FBC-A792-9180-750C-4ABEC855F405}"/>
          </ac:spMkLst>
        </pc:spChg>
        <pc:spChg chg="mod">
          <ac:chgData name="Ana Bocewicz" userId="c69bf83208dcc5e0" providerId="LiveId" clId="{91012EC9-12F8-41E9-919B-121F24021499}" dt="2024-08-24T20:50:47.580" v="4761" actId="20577"/>
          <ac:spMkLst>
            <pc:docMk/>
            <pc:sldMk cId="1340858349" sldId="454"/>
            <ac:spMk id="6" creationId="{54543D0A-1112-418B-9FB9-8B68CD0FF46B}"/>
          </ac:spMkLst>
        </pc:spChg>
        <pc:spChg chg="add mod">
          <ac:chgData name="Ana Bocewicz" userId="c69bf83208dcc5e0" providerId="LiveId" clId="{91012EC9-12F8-41E9-919B-121F24021499}" dt="2024-08-24T20:48:03.011" v="4713" actId="6549"/>
          <ac:spMkLst>
            <pc:docMk/>
            <pc:sldMk cId="1340858349" sldId="454"/>
            <ac:spMk id="9" creationId="{30921A66-664E-2032-D529-9E279B3B045D}"/>
          </ac:spMkLst>
        </pc:spChg>
        <pc:spChg chg="add mod">
          <ac:chgData name="Ana Bocewicz" userId="c69bf83208dcc5e0" providerId="LiveId" clId="{91012EC9-12F8-41E9-919B-121F24021499}" dt="2024-08-24T20:49:39.783" v="4718" actId="255"/>
          <ac:spMkLst>
            <pc:docMk/>
            <pc:sldMk cId="1340858349" sldId="454"/>
            <ac:spMk id="10" creationId="{A2807D39-1A78-37E3-CDA5-239780F67D9E}"/>
          </ac:spMkLst>
        </pc:spChg>
        <pc:spChg chg="add mod">
          <ac:chgData name="Ana Bocewicz" userId="c69bf83208dcc5e0" providerId="LiveId" clId="{91012EC9-12F8-41E9-919B-121F24021499}" dt="2024-08-24T20:47:18.145" v="4679" actId="20577"/>
          <ac:spMkLst>
            <pc:docMk/>
            <pc:sldMk cId="1340858349" sldId="454"/>
            <ac:spMk id="12" creationId="{23E47F5F-71D5-544B-7356-6162B3B2B5D0}"/>
          </ac:spMkLst>
        </pc:spChg>
        <pc:spChg chg="del">
          <ac:chgData name="Ana Bocewicz" userId="c69bf83208dcc5e0" providerId="LiveId" clId="{91012EC9-12F8-41E9-919B-121F24021499}" dt="2024-08-24T14:17:43.647" v="3655" actId="478"/>
          <ac:spMkLst>
            <pc:docMk/>
            <pc:sldMk cId="1340858349" sldId="454"/>
            <ac:spMk id="15" creationId="{F864E5B4-2786-7936-6CFD-31D51D35C07C}"/>
          </ac:spMkLst>
        </pc:spChg>
        <pc:spChg chg="del">
          <ac:chgData name="Ana Bocewicz" userId="c69bf83208dcc5e0" providerId="LiveId" clId="{91012EC9-12F8-41E9-919B-121F24021499}" dt="2024-08-24T14:17:39.400" v="3654" actId="478"/>
          <ac:spMkLst>
            <pc:docMk/>
            <pc:sldMk cId="1340858349" sldId="454"/>
            <ac:spMk id="16" creationId="{43282259-8EF6-A575-2931-63F713AD6782}"/>
          </ac:spMkLst>
        </pc:spChg>
        <pc:spChg chg="del">
          <ac:chgData name="Ana Bocewicz" userId="c69bf83208dcc5e0" providerId="LiveId" clId="{91012EC9-12F8-41E9-919B-121F24021499}" dt="2024-08-24T14:17:32.459" v="3652" actId="478"/>
          <ac:spMkLst>
            <pc:docMk/>
            <pc:sldMk cId="1340858349" sldId="454"/>
            <ac:spMk id="18" creationId="{0AD29DCF-D9F0-E60A-9FDD-91956DF8D29C}"/>
          </ac:spMkLst>
        </pc:spChg>
        <pc:spChg chg="del">
          <ac:chgData name="Ana Bocewicz" userId="c69bf83208dcc5e0" providerId="LiveId" clId="{91012EC9-12F8-41E9-919B-121F24021499}" dt="2024-08-24T14:17:36.239" v="3653" actId="478"/>
          <ac:spMkLst>
            <pc:docMk/>
            <pc:sldMk cId="1340858349" sldId="454"/>
            <ac:spMk id="19" creationId="{90A03ACE-4AAE-A879-4427-1CF390C6056E}"/>
          </ac:spMkLst>
        </pc:spChg>
        <pc:spChg chg="del">
          <ac:chgData name="Ana Bocewicz" userId="c69bf83208dcc5e0" providerId="LiveId" clId="{91012EC9-12F8-41E9-919B-121F24021499}" dt="2024-08-24T14:17:27.281" v="3650" actId="478"/>
          <ac:spMkLst>
            <pc:docMk/>
            <pc:sldMk cId="1340858349" sldId="454"/>
            <ac:spMk id="23" creationId="{738E6908-3B5C-D4E1-7737-6A2D19BC142A}"/>
          </ac:spMkLst>
        </pc:spChg>
        <pc:spChg chg="del">
          <ac:chgData name="Ana Bocewicz" userId="c69bf83208dcc5e0" providerId="LiveId" clId="{91012EC9-12F8-41E9-919B-121F24021499}" dt="2024-08-24T14:17:29.654" v="3651" actId="478"/>
          <ac:spMkLst>
            <pc:docMk/>
            <pc:sldMk cId="1340858349" sldId="454"/>
            <ac:spMk id="24" creationId="{A6534BA1-ADFD-3BB4-AA28-8730770EC621}"/>
          </ac:spMkLst>
        </pc:spChg>
      </pc:sldChg>
      <pc:sldChg chg="delSp modSp add mod delAnim">
        <pc:chgData name="Ana Bocewicz" userId="c69bf83208dcc5e0" providerId="LiveId" clId="{91012EC9-12F8-41E9-919B-121F24021499}" dt="2024-08-24T22:08:57.978" v="6275" actId="113"/>
        <pc:sldMkLst>
          <pc:docMk/>
          <pc:sldMk cId="2816807396" sldId="455"/>
        </pc:sldMkLst>
        <pc:spChg chg="del">
          <ac:chgData name="Ana Bocewicz" userId="c69bf83208dcc5e0" providerId="LiveId" clId="{91012EC9-12F8-41E9-919B-121F24021499}" dt="2024-08-24T22:04:48.019" v="6195" actId="478"/>
          <ac:spMkLst>
            <pc:docMk/>
            <pc:sldMk cId="2816807396" sldId="455"/>
            <ac:spMk id="5" creationId="{80B543E2-06C3-9EFD-20DD-6D9DE43F5822}"/>
          </ac:spMkLst>
        </pc:spChg>
        <pc:spChg chg="mod">
          <ac:chgData name="Ana Bocewicz" userId="c69bf83208dcc5e0" providerId="LiveId" clId="{91012EC9-12F8-41E9-919B-121F24021499}" dt="2024-08-24T22:08:57.978" v="6275" actId="113"/>
          <ac:spMkLst>
            <pc:docMk/>
            <pc:sldMk cId="2816807396" sldId="455"/>
            <ac:spMk id="6" creationId="{99808FAE-AAE9-32B6-DB47-9D43C6A0349A}"/>
          </ac:spMkLst>
        </pc:spChg>
        <pc:spChg chg="mod">
          <ac:chgData name="Ana Bocewicz" userId="c69bf83208dcc5e0" providerId="LiveId" clId="{91012EC9-12F8-41E9-919B-121F24021499}" dt="2024-08-24T22:05:47.234" v="6229" actId="1035"/>
          <ac:spMkLst>
            <pc:docMk/>
            <pc:sldMk cId="2816807396" sldId="455"/>
            <ac:spMk id="29" creationId="{B54074C9-FCEF-4AA1-0506-8AD38BB03C47}"/>
          </ac:spMkLst>
        </pc:spChg>
      </pc:sldChg>
      <pc:sldChg chg="addSp delSp modSp add mod ord delAnim modAnim">
        <pc:chgData name="Ana Bocewicz" userId="c69bf83208dcc5e0" providerId="LiveId" clId="{91012EC9-12F8-41E9-919B-121F24021499}" dt="2024-08-24T21:57:37.913" v="5935"/>
        <pc:sldMkLst>
          <pc:docMk/>
          <pc:sldMk cId="1690668332" sldId="456"/>
        </pc:sldMkLst>
        <pc:spChg chg="add del">
          <ac:chgData name="Ana Bocewicz" userId="c69bf83208dcc5e0" providerId="LiveId" clId="{91012EC9-12F8-41E9-919B-121F24021499}" dt="2024-08-24T21:57:24.334" v="5932" actId="22"/>
          <ac:spMkLst>
            <pc:docMk/>
            <pc:sldMk cId="1690668332" sldId="456"/>
            <ac:spMk id="3" creationId="{983D15B6-17E4-7CAA-00D9-2CD4AF4A4548}"/>
          </ac:spMkLst>
        </pc:spChg>
        <pc:spChg chg="mod">
          <ac:chgData name="Ana Bocewicz" userId="c69bf83208dcc5e0" providerId="LiveId" clId="{91012EC9-12F8-41E9-919B-121F24021499}" dt="2024-08-24T21:56:11.029" v="5929" actId="20577"/>
          <ac:spMkLst>
            <pc:docMk/>
            <pc:sldMk cId="1690668332" sldId="456"/>
            <ac:spMk id="5" creationId="{80B543E2-06C3-9EFD-20DD-6D9DE43F5822}"/>
          </ac:spMkLst>
        </pc:spChg>
        <pc:spChg chg="del">
          <ac:chgData name="Ana Bocewicz" userId="c69bf83208dcc5e0" providerId="LiveId" clId="{91012EC9-12F8-41E9-919B-121F24021499}" dt="2024-08-24T21:54:31.763" v="5838" actId="478"/>
          <ac:spMkLst>
            <pc:docMk/>
            <pc:sldMk cId="1690668332" sldId="456"/>
            <ac:spMk id="6" creationId="{99808FAE-AAE9-32B6-DB47-9D43C6A0349A}"/>
          </ac:spMkLst>
        </pc:spChg>
        <pc:spChg chg="add mod">
          <ac:chgData name="Ana Bocewicz" userId="c69bf83208dcc5e0" providerId="LiveId" clId="{91012EC9-12F8-41E9-919B-121F24021499}" dt="2024-08-24T21:57:37.913" v="5935"/>
          <ac:spMkLst>
            <pc:docMk/>
            <pc:sldMk cId="1690668332" sldId="456"/>
            <ac:spMk id="7" creationId="{2A6A6EE8-5B63-0861-C7B8-41A56CBF604B}"/>
          </ac:spMkLst>
        </pc:spChg>
        <pc:spChg chg="del">
          <ac:chgData name="Ana Bocewicz" userId="c69bf83208dcc5e0" providerId="LiveId" clId="{91012EC9-12F8-41E9-919B-121F24021499}" dt="2024-08-24T21:57:21.223" v="5930" actId="478"/>
          <ac:spMkLst>
            <pc:docMk/>
            <pc:sldMk cId="1690668332" sldId="456"/>
            <ac:spMk id="29" creationId="{B54074C9-FCEF-4AA1-0506-8AD38BB03C47}"/>
          </ac:spMkLst>
        </pc:spChg>
      </pc:sldChg>
      <pc:sldChg chg="addSp delSp modSp add mod delAnim">
        <pc:chgData name="Ana Bocewicz" userId="c69bf83208dcc5e0" providerId="LiveId" clId="{91012EC9-12F8-41E9-919B-121F24021499}" dt="2024-08-24T22:47:29.192" v="6669" actId="21"/>
        <pc:sldMkLst>
          <pc:docMk/>
          <pc:sldMk cId="2734697" sldId="457"/>
        </pc:sldMkLst>
        <pc:spChg chg="del">
          <ac:chgData name="Ana Bocewicz" userId="c69bf83208dcc5e0" providerId="LiveId" clId="{91012EC9-12F8-41E9-919B-121F24021499}" dt="2024-08-24T22:10:28.171" v="6447" actId="478"/>
          <ac:spMkLst>
            <pc:docMk/>
            <pc:sldMk cId="2734697" sldId="457"/>
            <ac:spMk id="5" creationId="{80B543E2-06C3-9EFD-20DD-6D9DE43F5822}"/>
          </ac:spMkLst>
        </pc:spChg>
        <pc:spChg chg="mod">
          <ac:chgData name="Ana Bocewicz" userId="c69bf83208dcc5e0" providerId="LiveId" clId="{91012EC9-12F8-41E9-919B-121F24021499}" dt="2024-08-24T22:10:24.066" v="6446" actId="20577"/>
          <ac:spMkLst>
            <pc:docMk/>
            <pc:sldMk cId="2734697" sldId="457"/>
            <ac:spMk id="6" creationId="{99808FAE-AAE9-32B6-DB47-9D43C6A0349A}"/>
          </ac:spMkLst>
        </pc:spChg>
        <pc:spChg chg="mod">
          <ac:chgData name="Ana Bocewicz" userId="c69bf83208dcc5e0" providerId="LiveId" clId="{91012EC9-12F8-41E9-919B-121F24021499}" dt="2024-08-24T22:09:29.528" v="6284" actId="20577"/>
          <ac:spMkLst>
            <pc:docMk/>
            <pc:sldMk cId="2734697" sldId="457"/>
            <ac:spMk id="29" creationId="{B54074C9-FCEF-4AA1-0506-8AD38BB03C47}"/>
          </ac:spMkLst>
        </pc:spChg>
        <pc:picChg chg="add mod">
          <ac:chgData name="Ana Bocewicz" userId="c69bf83208dcc5e0" providerId="LiveId" clId="{91012EC9-12F8-41E9-919B-121F24021499}" dt="2024-08-24T22:27:03.567" v="6533" actId="1037"/>
          <ac:picMkLst>
            <pc:docMk/>
            <pc:sldMk cId="2734697" sldId="457"/>
            <ac:picMk id="3" creationId="{1CBDDA98-756A-5F08-8465-94092FB2EB60}"/>
          </ac:picMkLst>
        </pc:picChg>
        <pc:picChg chg="add del">
          <ac:chgData name="Ana Bocewicz" userId="c69bf83208dcc5e0" providerId="LiveId" clId="{91012EC9-12F8-41E9-919B-121F24021499}" dt="2024-08-24T22:47:29.192" v="6669" actId="21"/>
          <ac:picMkLst>
            <pc:docMk/>
            <pc:sldMk cId="2734697" sldId="457"/>
            <ac:picMk id="9" creationId="{FEB6B230-EE27-ADDE-F5FE-C428CDFC69DA}"/>
          </ac:picMkLst>
        </pc:picChg>
      </pc:sldChg>
      <pc:sldChg chg="addSp delSp modSp add mod delAnim">
        <pc:chgData name="Ana Bocewicz" userId="c69bf83208dcc5e0" providerId="LiveId" clId="{91012EC9-12F8-41E9-919B-121F24021499}" dt="2024-08-24T22:44:31.854" v="6537" actId="478"/>
        <pc:sldMkLst>
          <pc:docMk/>
          <pc:sldMk cId="3604960660" sldId="458"/>
        </pc:sldMkLst>
        <pc:spChg chg="del">
          <ac:chgData name="Ana Bocewicz" userId="c69bf83208dcc5e0" providerId="LiveId" clId="{91012EC9-12F8-41E9-919B-121F24021499}" dt="2024-08-24T22:19:21.716" v="6460" actId="478"/>
          <ac:spMkLst>
            <pc:docMk/>
            <pc:sldMk cId="3604960660" sldId="458"/>
            <ac:spMk id="6" creationId="{99808FAE-AAE9-32B6-DB47-9D43C6A0349A}"/>
          </ac:spMkLst>
        </pc:spChg>
        <pc:spChg chg="mod">
          <ac:chgData name="Ana Bocewicz" userId="c69bf83208dcc5e0" providerId="LiveId" clId="{91012EC9-12F8-41E9-919B-121F24021499}" dt="2024-08-24T22:19:13.583" v="6459" actId="20577"/>
          <ac:spMkLst>
            <pc:docMk/>
            <pc:sldMk cId="3604960660" sldId="458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4T22:20:25.852" v="6461" actId="478"/>
          <ac:picMkLst>
            <pc:docMk/>
            <pc:sldMk cId="3604960660" sldId="458"/>
            <ac:picMk id="3" creationId="{1CBDDA98-756A-5F08-8465-94092FB2EB60}"/>
          </ac:picMkLst>
        </pc:picChg>
        <pc:picChg chg="add del mod">
          <ac:chgData name="Ana Bocewicz" userId="c69bf83208dcc5e0" providerId="LiveId" clId="{91012EC9-12F8-41E9-919B-121F24021499}" dt="2024-08-24T22:21:35.902" v="6481" actId="478"/>
          <ac:picMkLst>
            <pc:docMk/>
            <pc:sldMk cId="3604960660" sldId="458"/>
            <ac:picMk id="5" creationId="{238BFBCA-A3A7-EFB2-8504-F1D21AA36B60}"/>
          </ac:picMkLst>
        </pc:picChg>
        <pc:picChg chg="add mod">
          <ac:chgData name="Ana Bocewicz" userId="c69bf83208dcc5e0" providerId="LiveId" clId="{91012EC9-12F8-41E9-919B-121F24021499}" dt="2024-08-24T22:21:43.479" v="6514" actId="1036"/>
          <ac:picMkLst>
            <pc:docMk/>
            <pc:sldMk cId="3604960660" sldId="458"/>
            <ac:picMk id="9" creationId="{A0E9942F-3200-B552-F4DB-CE802226A11D}"/>
          </ac:picMkLst>
        </pc:picChg>
        <pc:picChg chg="add del">
          <ac:chgData name="Ana Bocewicz" userId="c69bf83208dcc5e0" providerId="LiveId" clId="{91012EC9-12F8-41E9-919B-121F24021499}" dt="2024-08-24T22:44:31.854" v="6537" actId="478"/>
          <ac:picMkLst>
            <pc:docMk/>
            <pc:sldMk cId="3604960660" sldId="458"/>
            <ac:picMk id="11" creationId="{11B85D04-8494-08A6-E9B4-79B0953A4456}"/>
          </ac:picMkLst>
        </pc:picChg>
      </pc:sldChg>
      <pc:sldChg chg="delSp add del mod">
        <pc:chgData name="Ana Bocewicz" userId="c69bf83208dcc5e0" providerId="LiveId" clId="{91012EC9-12F8-41E9-919B-121F24021499}" dt="2024-08-25T01:34:50.242" v="7890" actId="47"/>
        <pc:sldMkLst>
          <pc:docMk/>
          <pc:sldMk cId="2666567564" sldId="459"/>
        </pc:sldMkLst>
        <pc:picChg chg="del">
          <ac:chgData name="Ana Bocewicz" userId="c69bf83208dcc5e0" providerId="LiveId" clId="{91012EC9-12F8-41E9-919B-121F24021499}" dt="2024-08-24T22:22:13.818" v="6515" actId="478"/>
          <ac:picMkLst>
            <pc:docMk/>
            <pc:sldMk cId="2666567564" sldId="459"/>
            <ac:picMk id="9" creationId="{A0E9942F-3200-B552-F4DB-CE802226A11D}"/>
          </ac:picMkLst>
        </pc:picChg>
      </pc:sldChg>
      <pc:sldChg chg="addSp delSp modSp add mod ord modAnim">
        <pc:chgData name="Ana Bocewicz" userId="c69bf83208dcc5e0" providerId="LiveId" clId="{91012EC9-12F8-41E9-919B-121F24021499}" dt="2024-08-24T23:03:59.837" v="7112" actId="14100"/>
        <pc:sldMkLst>
          <pc:docMk/>
          <pc:sldMk cId="3440817495" sldId="460"/>
        </pc:sldMkLst>
        <pc:spChg chg="mod">
          <ac:chgData name="Ana Bocewicz" userId="c69bf83208dcc5e0" providerId="LiveId" clId="{91012EC9-12F8-41E9-919B-121F24021499}" dt="2024-08-24T22:46:30.154" v="6666" actId="20577"/>
          <ac:spMkLst>
            <pc:docMk/>
            <pc:sldMk cId="3440817495" sldId="460"/>
            <ac:spMk id="29" creationId="{B54074C9-FCEF-4AA1-0506-8AD38BB03C47}"/>
          </ac:spMkLst>
        </pc:spChg>
        <pc:picChg chg="add mod">
          <ac:chgData name="Ana Bocewicz" userId="c69bf83208dcc5e0" providerId="LiveId" clId="{91012EC9-12F8-41E9-919B-121F24021499}" dt="2024-08-24T23:03:59.837" v="7112" actId="14100"/>
          <ac:picMkLst>
            <pc:docMk/>
            <pc:sldMk cId="3440817495" sldId="460"/>
            <ac:picMk id="3" creationId="{2104AFAA-EF9C-7FE2-1F46-B0A6AD53640D}"/>
          </ac:picMkLst>
        </pc:picChg>
        <pc:picChg chg="del">
          <ac:chgData name="Ana Bocewicz" userId="c69bf83208dcc5e0" providerId="LiveId" clId="{91012EC9-12F8-41E9-919B-121F24021499}" dt="2024-08-24T22:45:46.882" v="6538" actId="478"/>
          <ac:picMkLst>
            <pc:docMk/>
            <pc:sldMk cId="3440817495" sldId="460"/>
            <ac:picMk id="9" creationId="{A0E9942F-3200-B552-F4DB-CE802226A11D}"/>
          </ac:picMkLst>
        </pc:picChg>
        <pc:picChg chg="del">
          <ac:chgData name="Ana Bocewicz" userId="c69bf83208dcc5e0" providerId="LiveId" clId="{91012EC9-12F8-41E9-919B-121F24021499}" dt="2024-08-24T22:41:29.893" v="6536" actId="478"/>
          <ac:picMkLst>
            <pc:docMk/>
            <pc:sldMk cId="3440817495" sldId="460"/>
            <ac:picMk id="11" creationId="{11B85D04-8494-08A6-E9B4-79B0953A4456}"/>
          </ac:picMkLst>
        </pc:picChg>
      </pc:sldChg>
      <pc:sldChg chg="addSp delSp modSp add mod modAnim">
        <pc:chgData name="Ana Bocewicz" userId="c69bf83208dcc5e0" providerId="LiveId" clId="{91012EC9-12F8-41E9-919B-121F24021499}" dt="2024-08-24T23:03:34.882" v="7109" actId="14100"/>
        <pc:sldMkLst>
          <pc:docMk/>
          <pc:sldMk cId="3492762704" sldId="461"/>
        </pc:sldMkLst>
        <pc:spChg chg="mod">
          <ac:chgData name="Ana Bocewicz" userId="c69bf83208dcc5e0" providerId="LiveId" clId="{91012EC9-12F8-41E9-919B-121F24021499}" dt="2024-08-24T22:48:15.978" v="6757" actId="20577"/>
          <ac:spMkLst>
            <pc:docMk/>
            <pc:sldMk cId="3492762704" sldId="461"/>
            <ac:spMk id="29" creationId="{B54074C9-FCEF-4AA1-0506-8AD38BB03C47}"/>
          </ac:spMkLst>
        </pc:spChg>
        <pc:picChg chg="add mod">
          <ac:chgData name="Ana Bocewicz" userId="c69bf83208dcc5e0" providerId="LiveId" clId="{91012EC9-12F8-41E9-919B-121F24021499}" dt="2024-08-24T23:03:34.882" v="7109" actId="14100"/>
          <ac:picMkLst>
            <pc:docMk/>
            <pc:sldMk cId="3492762704" sldId="461"/>
            <ac:picMk id="2" creationId="{FEB6B230-EE27-ADDE-F5FE-C428CDFC69DA}"/>
          </ac:picMkLst>
        </pc:picChg>
        <pc:picChg chg="del">
          <ac:chgData name="Ana Bocewicz" userId="c69bf83208dcc5e0" providerId="LiveId" clId="{91012EC9-12F8-41E9-919B-121F24021499}" dt="2024-08-24T22:47:47.737" v="6671" actId="478"/>
          <ac:picMkLst>
            <pc:docMk/>
            <pc:sldMk cId="3492762704" sldId="461"/>
            <ac:picMk id="9" creationId="{A0E9942F-3200-B552-F4DB-CE802226A11D}"/>
          </ac:picMkLst>
        </pc:picChg>
      </pc:sldChg>
      <pc:sldChg chg="addSp delSp modSp add mod">
        <pc:chgData name="Ana Bocewicz" userId="c69bf83208dcc5e0" providerId="LiveId" clId="{91012EC9-12F8-41E9-919B-121F24021499}" dt="2024-08-24T23:03:50.517" v="7111" actId="14100"/>
        <pc:sldMkLst>
          <pc:docMk/>
          <pc:sldMk cId="1008473450" sldId="462"/>
        </pc:sldMkLst>
        <pc:spChg chg="mod">
          <ac:chgData name="Ana Bocewicz" userId="c69bf83208dcc5e0" providerId="LiveId" clId="{91012EC9-12F8-41E9-919B-121F24021499}" dt="2024-08-24T23:01:24.233" v="7009" actId="20577"/>
          <ac:spMkLst>
            <pc:docMk/>
            <pc:sldMk cId="1008473450" sldId="462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4T23:00:27.190" v="6946" actId="478"/>
          <ac:picMkLst>
            <pc:docMk/>
            <pc:sldMk cId="1008473450" sldId="462"/>
            <ac:picMk id="2" creationId="{FEB6B230-EE27-ADDE-F5FE-C428CDFC69DA}"/>
          </ac:picMkLst>
        </pc:picChg>
        <pc:picChg chg="add mod modCrop">
          <ac:chgData name="Ana Bocewicz" userId="c69bf83208dcc5e0" providerId="LiveId" clId="{91012EC9-12F8-41E9-919B-121F24021499}" dt="2024-08-24T23:03:50.517" v="7111" actId="14100"/>
          <ac:picMkLst>
            <pc:docMk/>
            <pc:sldMk cId="1008473450" sldId="462"/>
            <ac:picMk id="5" creationId="{C563E134-4AD5-2E95-B526-F9CA752A9CEA}"/>
          </ac:picMkLst>
        </pc:picChg>
      </pc:sldChg>
      <pc:sldChg chg="addSp delSp modSp add mod">
        <pc:chgData name="Ana Bocewicz" userId="c69bf83208dcc5e0" providerId="LiveId" clId="{91012EC9-12F8-41E9-919B-121F24021499}" dt="2024-08-24T23:03:42.953" v="7110" actId="14100"/>
        <pc:sldMkLst>
          <pc:docMk/>
          <pc:sldMk cId="2296430876" sldId="463"/>
        </pc:sldMkLst>
        <pc:spChg chg="mod">
          <ac:chgData name="Ana Bocewicz" userId="c69bf83208dcc5e0" providerId="LiveId" clId="{91012EC9-12F8-41E9-919B-121F24021499}" dt="2024-08-24T23:03:13.487" v="7106" actId="20577"/>
          <ac:spMkLst>
            <pc:docMk/>
            <pc:sldMk cId="2296430876" sldId="463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4T23:02:22.291" v="7031" actId="478"/>
          <ac:picMkLst>
            <pc:docMk/>
            <pc:sldMk cId="2296430876" sldId="463"/>
            <ac:picMk id="2" creationId="{FEB6B230-EE27-ADDE-F5FE-C428CDFC69DA}"/>
          </ac:picMkLst>
        </pc:picChg>
        <pc:picChg chg="add mod modCrop">
          <ac:chgData name="Ana Bocewicz" userId="c69bf83208dcc5e0" providerId="LiveId" clId="{91012EC9-12F8-41E9-919B-121F24021499}" dt="2024-08-24T23:03:42.953" v="7110" actId="14100"/>
          <ac:picMkLst>
            <pc:docMk/>
            <pc:sldMk cId="2296430876" sldId="463"/>
            <ac:picMk id="5" creationId="{E3A95B74-1686-C5F6-575D-40F663BFD21A}"/>
          </ac:picMkLst>
        </pc:picChg>
      </pc:sldChg>
      <pc:sldChg chg="addSp delSp modSp add mod modAnim">
        <pc:chgData name="Ana Bocewicz" userId="c69bf83208dcc5e0" providerId="LiveId" clId="{91012EC9-12F8-41E9-919B-121F24021499}" dt="2024-08-25T01:09:14.253" v="7170" actId="20577"/>
        <pc:sldMkLst>
          <pc:docMk/>
          <pc:sldMk cId="1557463809" sldId="464"/>
        </pc:sldMkLst>
        <pc:spChg chg="mod">
          <ac:chgData name="Ana Bocewicz" userId="c69bf83208dcc5e0" providerId="LiveId" clId="{91012EC9-12F8-41E9-919B-121F24021499}" dt="2024-08-25T01:09:14.253" v="7170" actId="20577"/>
          <ac:spMkLst>
            <pc:docMk/>
            <pc:sldMk cId="1557463809" sldId="464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5T01:08:24.964" v="7113" actId="478"/>
          <ac:picMkLst>
            <pc:docMk/>
            <pc:sldMk cId="1557463809" sldId="464"/>
            <ac:picMk id="2" creationId="{FEB6B230-EE27-ADDE-F5FE-C428CDFC69DA}"/>
          </ac:picMkLst>
        </pc:picChg>
        <pc:picChg chg="add mod modCrop">
          <ac:chgData name="Ana Bocewicz" userId="c69bf83208dcc5e0" providerId="LiveId" clId="{91012EC9-12F8-41E9-919B-121F24021499}" dt="2024-08-25T01:08:52.271" v="7118" actId="1076"/>
          <ac:picMkLst>
            <pc:docMk/>
            <pc:sldMk cId="1557463809" sldId="464"/>
            <ac:picMk id="5" creationId="{2AF01000-A045-7D8D-05E4-6ED1772719C4}"/>
          </ac:picMkLst>
        </pc:picChg>
      </pc:sldChg>
      <pc:sldChg chg="addSp delSp modSp add mod ord">
        <pc:chgData name="Ana Bocewicz" userId="c69bf83208dcc5e0" providerId="LiveId" clId="{91012EC9-12F8-41E9-919B-121F24021499}" dt="2024-08-24T23:01:45.826" v="7030" actId="20577"/>
        <pc:sldMkLst>
          <pc:docMk/>
          <pc:sldMk cId="2335627210" sldId="465"/>
        </pc:sldMkLst>
        <pc:spChg chg="mod">
          <ac:chgData name="Ana Bocewicz" userId="c69bf83208dcc5e0" providerId="LiveId" clId="{91012EC9-12F8-41E9-919B-121F24021499}" dt="2024-08-24T23:01:45.826" v="7030" actId="20577"/>
          <ac:spMkLst>
            <pc:docMk/>
            <pc:sldMk cId="2335627210" sldId="465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4T22:56:46.333" v="6764" actId="478"/>
          <ac:picMkLst>
            <pc:docMk/>
            <pc:sldMk cId="2335627210" sldId="465"/>
            <ac:picMk id="2" creationId="{FEB6B230-EE27-ADDE-F5FE-C428CDFC69DA}"/>
          </ac:picMkLst>
        </pc:picChg>
        <pc:picChg chg="add mod">
          <ac:chgData name="Ana Bocewicz" userId="c69bf83208dcc5e0" providerId="LiveId" clId="{91012EC9-12F8-41E9-919B-121F24021499}" dt="2024-08-24T22:57:44.840" v="6939" actId="1038"/>
          <ac:picMkLst>
            <pc:docMk/>
            <pc:sldMk cId="2335627210" sldId="465"/>
            <ac:picMk id="5" creationId="{EF01A925-D99F-9D7B-F2E2-DD0B95B621ED}"/>
          </ac:picMkLst>
        </pc:picChg>
      </pc:sldChg>
      <pc:sldChg chg="addSp delSp modSp add mod">
        <pc:chgData name="Ana Bocewicz" userId="c69bf83208dcc5e0" providerId="LiveId" clId="{91012EC9-12F8-41E9-919B-121F24021499}" dt="2024-08-25T01:10:29.503" v="7256" actId="20577"/>
        <pc:sldMkLst>
          <pc:docMk/>
          <pc:sldMk cId="1119232130" sldId="466"/>
        </pc:sldMkLst>
        <pc:spChg chg="mod">
          <ac:chgData name="Ana Bocewicz" userId="c69bf83208dcc5e0" providerId="LiveId" clId="{91012EC9-12F8-41E9-919B-121F24021499}" dt="2024-08-25T01:10:29.503" v="7256" actId="20577"/>
          <ac:spMkLst>
            <pc:docMk/>
            <pc:sldMk cId="1119232130" sldId="466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5T01:09:51.517" v="7171" actId="478"/>
          <ac:picMkLst>
            <pc:docMk/>
            <pc:sldMk cId="1119232130" sldId="466"/>
            <ac:picMk id="2" creationId="{FEB6B230-EE27-ADDE-F5FE-C428CDFC69DA}"/>
          </ac:picMkLst>
        </pc:picChg>
        <pc:picChg chg="add mod modCrop">
          <ac:chgData name="Ana Bocewicz" userId="c69bf83208dcc5e0" providerId="LiveId" clId="{91012EC9-12F8-41E9-919B-121F24021499}" dt="2024-08-25T01:10:17.382" v="7246" actId="14100"/>
          <ac:picMkLst>
            <pc:docMk/>
            <pc:sldMk cId="1119232130" sldId="466"/>
            <ac:picMk id="5" creationId="{8AAF5524-926B-4229-CBC5-352D13700B0C}"/>
          </ac:picMkLst>
        </pc:picChg>
      </pc:sldChg>
      <pc:sldChg chg="addSp delSp modSp add mod">
        <pc:chgData name="Ana Bocewicz" userId="c69bf83208dcc5e0" providerId="LiveId" clId="{91012EC9-12F8-41E9-919B-121F24021499}" dt="2024-08-25T01:12:55.882" v="7352" actId="20577"/>
        <pc:sldMkLst>
          <pc:docMk/>
          <pc:sldMk cId="3370134371" sldId="467"/>
        </pc:sldMkLst>
        <pc:spChg chg="mod">
          <ac:chgData name="Ana Bocewicz" userId="c69bf83208dcc5e0" providerId="LiveId" clId="{91012EC9-12F8-41E9-919B-121F24021499}" dt="2024-08-25T01:12:55.882" v="7352" actId="20577"/>
          <ac:spMkLst>
            <pc:docMk/>
            <pc:sldMk cId="3370134371" sldId="467"/>
            <ac:spMk id="29" creationId="{B54074C9-FCEF-4AA1-0506-8AD38BB03C47}"/>
          </ac:spMkLst>
        </pc:spChg>
        <pc:picChg chg="del">
          <ac:chgData name="Ana Bocewicz" userId="c69bf83208dcc5e0" providerId="LiveId" clId="{91012EC9-12F8-41E9-919B-121F24021499}" dt="2024-08-25T01:10:53.781" v="7257" actId="478"/>
          <ac:picMkLst>
            <pc:docMk/>
            <pc:sldMk cId="3370134371" sldId="467"/>
            <ac:picMk id="2" creationId="{FEB6B230-EE27-ADDE-F5FE-C428CDFC69DA}"/>
          </ac:picMkLst>
        </pc:picChg>
        <pc:picChg chg="add mod">
          <ac:chgData name="Ana Bocewicz" userId="c69bf83208dcc5e0" providerId="LiveId" clId="{91012EC9-12F8-41E9-919B-121F24021499}" dt="2024-08-25T01:11:54.500" v="7339" actId="1037"/>
          <ac:picMkLst>
            <pc:docMk/>
            <pc:sldMk cId="3370134371" sldId="467"/>
            <ac:picMk id="5" creationId="{2A7266B6-3AF5-52A5-CEF3-1C4755DAD060}"/>
          </ac:picMkLst>
        </pc:picChg>
      </pc:sldChg>
      <pc:sldChg chg="addSp delSp modSp add mod">
        <pc:chgData name="Ana Bocewicz" userId="c69bf83208dcc5e0" providerId="LiveId" clId="{91012EC9-12F8-41E9-919B-121F24021499}" dt="2024-08-25T01:19:14.502" v="7550" actId="6549"/>
        <pc:sldMkLst>
          <pc:docMk/>
          <pc:sldMk cId="974992070" sldId="468"/>
        </pc:sldMkLst>
        <pc:spChg chg="mod">
          <ac:chgData name="Ana Bocewicz" userId="c69bf83208dcc5e0" providerId="LiveId" clId="{91012EC9-12F8-41E9-919B-121F24021499}" dt="2024-08-25T01:19:14.502" v="7550" actId="6549"/>
          <ac:spMkLst>
            <pc:docMk/>
            <pc:sldMk cId="974992070" sldId="468"/>
            <ac:spMk id="29" creationId="{B54074C9-FCEF-4AA1-0506-8AD38BB03C47}"/>
          </ac:spMkLst>
        </pc:spChg>
        <pc:picChg chg="add mod modCrop">
          <ac:chgData name="Ana Bocewicz" userId="c69bf83208dcc5e0" providerId="LiveId" clId="{91012EC9-12F8-41E9-919B-121F24021499}" dt="2024-08-25T01:18:52.254" v="7448" actId="732"/>
          <ac:picMkLst>
            <pc:docMk/>
            <pc:sldMk cId="974992070" sldId="468"/>
            <ac:picMk id="3" creationId="{24FA2E2F-0A06-DEE2-5D4C-17E61E579AE9}"/>
          </ac:picMkLst>
        </pc:picChg>
        <pc:picChg chg="del">
          <ac:chgData name="Ana Bocewicz" userId="c69bf83208dcc5e0" providerId="LiveId" clId="{91012EC9-12F8-41E9-919B-121F24021499}" dt="2024-08-25T01:17:37.959" v="7355" actId="478"/>
          <ac:picMkLst>
            <pc:docMk/>
            <pc:sldMk cId="974992070" sldId="468"/>
            <ac:picMk id="5" creationId="{2A7266B6-3AF5-52A5-CEF3-1C4755DAD060}"/>
          </ac:picMkLst>
        </pc:picChg>
      </pc:sldChg>
      <pc:sldChg chg="addSp delSp modSp add mod">
        <pc:chgData name="Ana Bocewicz" userId="c69bf83208dcc5e0" providerId="LiveId" clId="{91012EC9-12F8-41E9-919B-121F24021499}" dt="2024-08-25T01:22:24.385" v="7709" actId="732"/>
        <pc:sldMkLst>
          <pc:docMk/>
          <pc:sldMk cId="939852886" sldId="469"/>
        </pc:sldMkLst>
        <pc:spChg chg="mod">
          <ac:chgData name="Ana Bocewicz" userId="c69bf83208dcc5e0" providerId="LiveId" clId="{91012EC9-12F8-41E9-919B-121F24021499}" dt="2024-08-25T01:22:16.496" v="7708" actId="20577"/>
          <ac:spMkLst>
            <pc:docMk/>
            <pc:sldMk cId="939852886" sldId="469"/>
            <ac:spMk id="29" creationId="{B54074C9-FCEF-4AA1-0506-8AD38BB03C47}"/>
          </ac:spMkLst>
        </pc:spChg>
        <pc:picChg chg="add mod modCrop">
          <ac:chgData name="Ana Bocewicz" userId="c69bf83208dcc5e0" providerId="LiveId" clId="{91012EC9-12F8-41E9-919B-121F24021499}" dt="2024-08-25T01:22:24.385" v="7709" actId="732"/>
          <ac:picMkLst>
            <pc:docMk/>
            <pc:sldMk cId="939852886" sldId="469"/>
            <ac:picMk id="3" creationId="{A8145F8E-A8C0-F1D7-8FE5-7767C13F7219}"/>
          </ac:picMkLst>
        </pc:picChg>
        <pc:picChg chg="del">
          <ac:chgData name="Ana Bocewicz" userId="c69bf83208dcc5e0" providerId="LiveId" clId="{91012EC9-12F8-41E9-919B-121F24021499}" dt="2024-08-25T01:21:47.022" v="7551" actId="478"/>
          <ac:picMkLst>
            <pc:docMk/>
            <pc:sldMk cId="939852886" sldId="469"/>
            <ac:picMk id="5" creationId="{2A7266B6-3AF5-52A5-CEF3-1C4755DAD060}"/>
          </ac:picMkLst>
        </pc:picChg>
      </pc:sldChg>
      <pc:sldChg chg="addSp delSp modSp add mod ord">
        <pc:chgData name="Ana Bocewicz" userId="c69bf83208dcc5e0" providerId="LiveId" clId="{91012EC9-12F8-41E9-919B-121F24021499}" dt="2024-08-25T01:32:55.405" v="7792" actId="20577"/>
        <pc:sldMkLst>
          <pc:docMk/>
          <pc:sldMk cId="589514436" sldId="470"/>
        </pc:sldMkLst>
        <pc:spChg chg="del mod">
          <ac:chgData name="Ana Bocewicz" userId="c69bf83208dcc5e0" providerId="LiveId" clId="{91012EC9-12F8-41E9-919B-121F24021499}" dt="2024-08-25T01:32:40.080" v="7775" actId="478"/>
          <ac:spMkLst>
            <pc:docMk/>
            <pc:sldMk cId="589514436" sldId="470"/>
            <ac:spMk id="2" creationId="{7F1253BA-B310-DAB9-5485-2C200F4AA166}"/>
          </ac:spMkLst>
        </pc:spChg>
        <pc:spChg chg="add mod">
          <ac:chgData name="Ana Bocewicz" userId="c69bf83208dcc5e0" providerId="LiveId" clId="{91012EC9-12F8-41E9-919B-121F24021499}" dt="2024-08-25T01:32:41.339" v="7776"/>
          <ac:spMkLst>
            <pc:docMk/>
            <pc:sldMk cId="589514436" sldId="470"/>
            <ac:spMk id="3" creationId="{9B7CB02C-4256-57C8-3591-F7E1B810A44D}"/>
          </ac:spMkLst>
        </pc:spChg>
        <pc:graphicFrameChg chg="mod">
          <ac:chgData name="Ana Bocewicz" userId="c69bf83208dcc5e0" providerId="LiveId" clId="{91012EC9-12F8-41E9-919B-121F24021499}" dt="2024-08-25T01:32:55.405" v="7792" actId="20577"/>
          <ac:graphicFrameMkLst>
            <pc:docMk/>
            <pc:sldMk cId="589514436" sldId="470"/>
            <ac:graphicFrameMk id="70" creationId="{90F118CE-05E6-D506-EF0A-7A01833DDDC6}"/>
          </ac:graphicFrameMkLst>
        </pc:graphicFrameChg>
      </pc:sldChg>
      <pc:sldChg chg="addSp delSp modSp add mod delAnim modAnim">
        <pc:chgData name="Ana Bocewicz" userId="c69bf83208dcc5e0" providerId="LiveId" clId="{91012EC9-12F8-41E9-919B-121F24021499}" dt="2024-08-25T02:09:07.612" v="8551" actId="20577"/>
        <pc:sldMkLst>
          <pc:docMk/>
          <pc:sldMk cId="1081967667" sldId="471"/>
        </pc:sldMkLst>
        <pc:spChg chg="add mod">
          <ac:chgData name="Ana Bocewicz" userId="c69bf83208dcc5e0" providerId="LiveId" clId="{91012EC9-12F8-41E9-919B-121F24021499}" dt="2024-08-25T01:38:53.541" v="7947"/>
          <ac:spMkLst>
            <pc:docMk/>
            <pc:sldMk cId="1081967667" sldId="471"/>
            <ac:spMk id="2" creationId="{9C6D7C49-5F2C-B2FC-A69C-07500FF19C87}"/>
          </ac:spMkLst>
        </pc:spChg>
        <pc:spChg chg="mod">
          <ac:chgData name="Ana Bocewicz" userId="c69bf83208dcc5e0" providerId="LiveId" clId="{91012EC9-12F8-41E9-919B-121F24021499}" dt="2024-08-25T01:35:38.301" v="7917" actId="20577"/>
          <ac:spMkLst>
            <pc:docMk/>
            <pc:sldMk cId="1081967667" sldId="471"/>
            <ac:spMk id="4" creationId="{BF37F32D-C055-A668-676E-E8C5268A934E}"/>
          </ac:spMkLst>
        </pc:spChg>
        <pc:spChg chg="add del mod">
          <ac:chgData name="Ana Bocewicz" userId="c69bf83208dcc5e0" providerId="LiveId" clId="{91012EC9-12F8-41E9-919B-121F24021499}" dt="2024-08-25T01:43:24.038" v="8114" actId="478"/>
          <ac:spMkLst>
            <pc:docMk/>
            <pc:sldMk cId="1081967667" sldId="471"/>
            <ac:spMk id="5" creationId="{F1CAE575-382C-0676-AF8F-11AAD53CC630}"/>
          </ac:spMkLst>
        </pc:spChg>
        <pc:spChg chg="add mod">
          <ac:chgData name="Ana Bocewicz" userId="c69bf83208dcc5e0" providerId="LiveId" clId="{91012EC9-12F8-41E9-919B-121F24021499}" dt="2024-08-25T01:42:05.821" v="8002"/>
          <ac:spMkLst>
            <pc:docMk/>
            <pc:sldMk cId="1081967667" sldId="471"/>
            <ac:spMk id="7" creationId="{E9669DD2-CD69-62E3-5141-31A016381FF7}"/>
          </ac:spMkLst>
        </pc:spChg>
        <pc:spChg chg="add del">
          <ac:chgData name="Ana Bocewicz" userId="c69bf83208dcc5e0" providerId="LiveId" clId="{91012EC9-12F8-41E9-919B-121F24021499}" dt="2024-08-25T01:42:25.945" v="8009" actId="22"/>
          <ac:spMkLst>
            <pc:docMk/>
            <pc:sldMk cId="1081967667" sldId="471"/>
            <ac:spMk id="10" creationId="{2FD68064-DE21-A9B9-04C9-6F7A174278F4}"/>
          </ac:spMkLst>
        </pc:spChg>
        <pc:spChg chg="add mod">
          <ac:chgData name="Ana Bocewicz" userId="c69bf83208dcc5e0" providerId="LiveId" clId="{91012EC9-12F8-41E9-919B-121F24021499}" dt="2024-08-25T01:42:38.630" v="8017"/>
          <ac:spMkLst>
            <pc:docMk/>
            <pc:sldMk cId="1081967667" sldId="471"/>
            <ac:spMk id="12" creationId="{C390588D-AA7C-63A5-9639-88A1C5112664}"/>
          </ac:spMkLst>
        </pc:spChg>
        <pc:spChg chg="add del">
          <ac:chgData name="Ana Bocewicz" userId="c69bf83208dcc5e0" providerId="LiveId" clId="{91012EC9-12F8-41E9-919B-121F24021499}" dt="2024-08-25T01:42:44.149" v="8022" actId="22"/>
          <ac:spMkLst>
            <pc:docMk/>
            <pc:sldMk cId="1081967667" sldId="471"/>
            <ac:spMk id="14" creationId="{E1DC0A9A-6D6B-27EC-0F81-24F1A7B5CC7A}"/>
          </ac:spMkLst>
        </pc:spChg>
        <pc:spChg chg="add mod">
          <ac:chgData name="Ana Bocewicz" userId="c69bf83208dcc5e0" providerId="LiveId" clId="{91012EC9-12F8-41E9-919B-121F24021499}" dt="2024-08-25T02:09:07.612" v="8551" actId="20577"/>
          <ac:spMkLst>
            <pc:docMk/>
            <pc:sldMk cId="1081967667" sldId="471"/>
            <ac:spMk id="16" creationId="{34DF3BA4-3EA3-4387-3BD8-31194DF83548}"/>
          </ac:spMkLst>
        </pc:spChg>
        <pc:spChg chg="mod">
          <ac:chgData name="Ana Bocewicz" userId="c69bf83208dcc5e0" providerId="LiveId" clId="{91012EC9-12F8-41E9-919B-121F24021499}" dt="2024-08-25T01:38:57.521" v="7948" actId="20577"/>
          <ac:spMkLst>
            <pc:docMk/>
            <pc:sldMk cId="1081967667" sldId="471"/>
            <ac:spMk id="29" creationId="{B54074C9-FCEF-4AA1-0506-8AD38BB03C47}"/>
          </ac:spMkLst>
        </pc:spChg>
        <pc:graphicFrameChg chg="add mod">
          <ac:chgData name="Ana Bocewicz" userId="c69bf83208dcc5e0" providerId="LiveId" clId="{91012EC9-12F8-41E9-919B-121F24021499}" dt="2024-08-25T01:42:03.421" v="8001"/>
          <ac:graphicFrameMkLst>
            <pc:docMk/>
            <pc:sldMk cId="1081967667" sldId="471"/>
            <ac:graphicFrameMk id="6" creationId="{FF28DC1C-1C4F-520B-D213-DFC06B51F7E4}"/>
          </ac:graphicFrameMkLst>
        </pc:graphicFrameChg>
        <pc:graphicFrameChg chg="add mod">
          <ac:chgData name="Ana Bocewicz" userId="c69bf83208dcc5e0" providerId="LiveId" clId="{91012EC9-12F8-41E9-919B-121F24021499}" dt="2024-08-25T01:42:28.085" v="8010"/>
          <ac:graphicFrameMkLst>
            <pc:docMk/>
            <pc:sldMk cId="1081967667" sldId="471"/>
            <ac:graphicFrameMk id="11" creationId="{543A5CB9-57AD-52BE-3A80-39A172DED033}"/>
          </ac:graphicFrameMkLst>
        </pc:graphicFrameChg>
        <pc:picChg chg="del">
          <ac:chgData name="Ana Bocewicz" userId="c69bf83208dcc5e0" providerId="LiveId" clId="{91012EC9-12F8-41E9-919B-121F24021499}" dt="2024-08-25T01:38:49.130" v="7945" actId="478"/>
          <ac:picMkLst>
            <pc:docMk/>
            <pc:sldMk cId="1081967667" sldId="471"/>
            <ac:picMk id="3" creationId="{A8145F8E-A8C0-F1D7-8FE5-7767C13F7219}"/>
          </ac:picMkLst>
        </pc:picChg>
        <pc:picChg chg="add mod modCrop">
          <ac:chgData name="Ana Bocewicz" userId="c69bf83208dcc5e0" providerId="LiveId" clId="{91012EC9-12F8-41E9-919B-121F24021499}" dt="2024-08-25T01:43:29.778" v="8135" actId="1035"/>
          <ac:picMkLst>
            <pc:docMk/>
            <pc:sldMk cId="1081967667" sldId="471"/>
            <ac:picMk id="15" creationId="{5CB277D7-D302-41DC-BBA0-97B56908C7AB}"/>
          </ac:picMkLst>
        </pc:picChg>
      </pc:sldChg>
      <pc:sldChg chg="addSp delSp modSp add mod ord">
        <pc:chgData name="Ana Bocewicz" userId="c69bf83208dcc5e0" providerId="LiveId" clId="{91012EC9-12F8-41E9-919B-121F24021499}" dt="2024-08-25T02:04:19.052" v="8520" actId="255"/>
        <pc:sldMkLst>
          <pc:docMk/>
          <pc:sldMk cId="394879984" sldId="472"/>
        </pc:sldMkLst>
        <pc:spChg chg="add del mod">
          <ac:chgData name="Ana Bocewicz" userId="c69bf83208dcc5e0" providerId="LiveId" clId="{91012EC9-12F8-41E9-919B-121F24021499}" dt="2024-08-25T01:49:55.842" v="8139" actId="478"/>
          <ac:spMkLst>
            <pc:docMk/>
            <pc:sldMk cId="394879984" sldId="472"/>
            <ac:spMk id="5" creationId="{1A65A2F7-CBA0-02A9-DE1D-932031655F5A}"/>
          </ac:spMkLst>
        </pc:spChg>
        <pc:spChg chg="add mod">
          <ac:chgData name="Ana Bocewicz" userId="c69bf83208dcc5e0" providerId="LiveId" clId="{91012EC9-12F8-41E9-919B-121F24021499}" dt="2024-08-25T01:50:42.984" v="8145"/>
          <ac:spMkLst>
            <pc:docMk/>
            <pc:sldMk cId="394879984" sldId="472"/>
            <ac:spMk id="9" creationId="{065D06E4-FDBF-43C2-EBB1-BC25784A142B}"/>
          </ac:spMkLst>
        </pc:spChg>
        <pc:spChg chg="add mod">
          <ac:chgData name="Ana Bocewicz" userId="c69bf83208dcc5e0" providerId="LiveId" clId="{91012EC9-12F8-41E9-919B-121F24021499}" dt="2024-08-25T01:50:57.632" v="8149"/>
          <ac:spMkLst>
            <pc:docMk/>
            <pc:sldMk cId="394879984" sldId="472"/>
            <ac:spMk id="12" creationId="{B68A8181-B32B-3881-6A9F-C70FAB334F90}"/>
          </ac:spMkLst>
        </pc:spChg>
        <pc:spChg chg="add mod">
          <ac:chgData name="Ana Bocewicz" userId="c69bf83208dcc5e0" providerId="LiveId" clId="{91012EC9-12F8-41E9-919B-121F24021499}" dt="2024-08-25T01:52:15.731" v="8213"/>
          <ac:spMkLst>
            <pc:docMk/>
            <pc:sldMk cId="394879984" sldId="472"/>
            <ac:spMk id="17" creationId="{26779F14-D5D0-77A4-7017-D310D5EA5B9C}"/>
          </ac:spMkLst>
        </pc:spChg>
        <pc:spChg chg="add mod">
          <ac:chgData name="Ana Bocewicz" userId="c69bf83208dcc5e0" providerId="LiveId" clId="{91012EC9-12F8-41E9-919B-121F24021499}" dt="2024-08-25T02:04:19.052" v="8520" actId="255"/>
          <ac:spMkLst>
            <pc:docMk/>
            <pc:sldMk cId="394879984" sldId="472"/>
            <ac:spMk id="19" creationId="{E03765FF-8693-F548-9A06-1C548345E816}"/>
          </ac:spMkLst>
        </pc:spChg>
        <pc:spChg chg="add mod">
          <ac:chgData name="Ana Bocewicz" userId="c69bf83208dcc5e0" providerId="LiveId" clId="{91012EC9-12F8-41E9-919B-121F24021499}" dt="2024-08-25T01:54:07.532" v="8353"/>
          <ac:spMkLst>
            <pc:docMk/>
            <pc:sldMk cId="394879984" sldId="472"/>
            <ac:spMk id="22" creationId="{D21AAB57-4F29-24DB-E926-89E7092B6ED2}"/>
          </ac:spMkLst>
        </pc:spChg>
        <pc:graphicFrameChg chg="add del mod">
          <ac:chgData name="Ana Bocewicz" userId="c69bf83208dcc5e0" providerId="LiveId" clId="{91012EC9-12F8-41E9-919B-121F24021499}" dt="2024-08-25T01:50:03.443" v="8141" actId="478"/>
          <ac:graphicFrameMkLst>
            <pc:docMk/>
            <pc:sldMk cId="394879984" sldId="472"/>
            <ac:graphicFrameMk id="2" creationId="{92F96B04-294E-0A99-462E-8533F0E574FD}"/>
          </ac:graphicFrameMkLst>
        </pc:graphicFrameChg>
        <pc:graphicFrameChg chg="add del mod">
          <ac:chgData name="Ana Bocewicz" userId="c69bf83208dcc5e0" providerId="LiveId" clId="{91012EC9-12F8-41E9-919B-121F24021499}" dt="2024-08-25T01:49:59.915" v="8140" actId="478"/>
          <ac:graphicFrameMkLst>
            <pc:docMk/>
            <pc:sldMk cId="394879984" sldId="472"/>
            <ac:graphicFrameMk id="3" creationId="{30D93762-0653-4DA7-F2C4-8071B722DA4A}"/>
          </ac:graphicFrameMkLst>
        </pc:graphicFrameChg>
        <pc:graphicFrameChg chg="add mod">
          <ac:chgData name="Ana Bocewicz" userId="c69bf83208dcc5e0" providerId="LiveId" clId="{91012EC9-12F8-41E9-919B-121F24021499}" dt="2024-08-25T01:50:30.957" v="8142"/>
          <ac:graphicFrameMkLst>
            <pc:docMk/>
            <pc:sldMk cId="394879984" sldId="472"/>
            <ac:graphicFrameMk id="6" creationId="{7A3DB56E-E9E4-2378-9A09-A787FEF33381}"/>
          </ac:graphicFrameMkLst>
        </pc:graphicFrameChg>
        <pc:graphicFrameChg chg="add mod">
          <ac:chgData name="Ana Bocewicz" userId="c69bf83208dcc5e0" providerId="LiveId" clId="{91012EC9-12F8-41E9-919B-121F24021499}" dt="2024-08-25T01:50:30.957" v="8142"/>
          <ac:graphicFrameMkLst>
            <pc:docMk/>
            <pc:sldMk cId="394879984" sldId="472"/>
            <ac:graphicFrameMk id="7" creationId="{57D9A6E0-B41E-AB05-9D56-7E92EB9ECD60}"/>
          </ac:graphicFrameMkLst>
        </pc:graphicFrameChg>
        <pc:graphicFrameChg chg="add mod">
          <ac:chgData name="Ana Bocewicz" userId="c69bf83208dcc5e0" providerId="LiveId" clId="{91012EC9-12F8-41E9-919B-121F24021499}" dt="2024-08-25T01:50:51.016" v="8146"/>
          <ac:graphicFrameMkLst>
            <pc:docMk/>
            <pc:sldMk cId="394879984" sldId="472"/>
            <ac:graphicFrameMk id="10" creationId="{0F8F8410-31E6-9D49-6813-D0CDC1803BBF}"/>
          </ac:graphicFrameMkLst>
        </pc:graphicFrameChg>
        <pc:graphicFrameChg chg="add mod">
          <ac:chgData name="Ana Bocewicz" userId="c69bf83208dcc5e0" providerId="LiveId" clId="{91012EC9-12F8-41E9-919B-121F24021499}" dt="2024-08-25T01:50:51.016" v="8146"/>
          <ac:graphicFrameMkLst>
            <pc:docMk/>
            <pc:sldMk cId="394879984" sldId="472"/>
            <ac:graphicFrameMk id="11" creationId="{8C15D784-648F-ECDD-484F-CCA97C7BCF14}"/>
          </ac:graphicFrameMkLst>
        </pc:graphicFrameChg>
        <pc:graphicFrameChg chg="add mod">
          <ac:chgData name="Ana Bocewicz" userId="c69bf83208dcc5e0" providerId="LiveId" clId="{91012EC9-12F8-41E9-919B-121F24021499}" dt="2024-08-25T01:52:07.931" v="8210"/>
          <ac:graphicFrameMkLst>
            <pc:docMk/>
            <pc:sldMk cId="394879984" sldId="472"/>
            <ac:graphicFrameMk id="14" creationId="{93861638-7D11-59B3-442F-32877C061AE7}"/>
          </ac:graphicFrameMkLst>
        </pc:graphicFrameChg>
        <pc:graphicFrameChg chg="add mod">
          <ac:chgData name="Ana Bocewicz" userId="c69bf83208dcc5e0" providerId="LiveId" clId="{91012EC9-12F8-41E9-919B-121F24021499}" dt="2024-08-25T01:52:07.931" v="8210"/>
          <ac:graphicFrameMkLst>
            <pc:docMk/>
            <pc:sldMk cId="394879984" sldId="472"/>
            <ac:graphicFrameMk id="16" creationId="{0DECD607-ABA4-BE57-EB52-57E8DDDE85F9}"/>
          </ac:graphicFrameMkLst>
        </pc:graphicFrameChg>
        <pc:graphicFrameChg chg="add mod">
          <ac:chgData name="Ana Bocewicz" userId="c69bf83208dcc5e0" providerId="LiveId" clId="{91012EC9-12F8-41E9-919B-121F24021499}" dt="2024-08-25T01:54:05.349" v="8352"/>
          <ac:graphicFrameMkLst>
            <pc:docMk/>
            <pc:sldMk cId="394879984" sldId="472"/>
            <ac:graphicFrameMk id="20" creationId="{C760F442-CCF8-CEBC-3FD5-2CDEF3CA8418}"/>
          </ac:graphicFrameMkLst>
        </pc:graphicFrameChg>
        <pc:graphicFrameChg chg="add mod">
          <ac:chgData name="Ana Bocewicz" userId="c69bf83208dcc5e0" providerId="LiveId" clId="{91012EC9-12F8-41E9-919B-121F24021499}" dt="2024-08-25T01:54:05.349" v="8352"/>
          <ac:graphicFrameMkLst>
            <pc:docMk/>
            <pc:sldMk cId="394879984" sldId="472"/>
            <ac:graphicFrameMk id="21" creationId="{43475728-EE1C-D71C-7F24-CFA04E35558A}"/>
          </ac:graphicFrameMkLst>
        </pc:graphicFrameChg>
        <pc:picChg chg="add del mod">
          <ac:chgData name="Ana Bocewicz" userId="c69bf83208dcc5e0" providerId="LiveId" clId="{91012EC9-12F8-41E9-919B-121F24021499}" dt="2024-08-25T01:51:35.317" v="8209" actId="478"/>
          <ac:picMkLst>
            <pc:docMk/>
            <pc:sldMk cId="394879984" sldId="472"/>
            <ac:picMk id="13" creationId="{104ABB99-CF55-BF61-761D-F1D895C9F939}"/>
          </ac:picMkLst>
        </pc:picChg>
        <pc:picChg chg="del">
          <ac:chgData name="Ana Bocewicz" userId="c69bf83208dcc5e0" providerId="LiveId" clId="{91012EC9-12F8-41E9-919B-121F24021499}" dt="2024-08-25T01:49:30.049" v="8137" actId="478"/>
          <ac:picMkLst>
            <pc:docMk/>
            <pc:sldMk cId="394879984" sldId="472"/>
            <ac:picMk id="15" creationId="{5CB277D7-D302-41DC-BBA0-97B56908C7A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9DEE63-15E8-4CC0-8A24-3BFDDDEF5B49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4197383-1908-4527-8BA6-8C44EEA7B8FD}">
      <dgm:prSet phldrT="[Texto]" custT="1"/>
      <dgm:spPr/>
      <dgm:t>
        <a:bodyPr/>
        <a:lstStyle/>
        <a:p>
          <a:r>
            <a:rPr lang="pt-BR" sz="1600" b="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NORTE</a:t>
          </a:r>
        </a:p>
        <a:p>
          <a:r>
            <a:rPr lang="pt-BR" sz="1600" b="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Normas de Orientação para a Vigilância e Controle de </a:t>
          </a:r>
          <a:r>
            <a:rPr lang="pt-BR" sz="1600" b="0" i="1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Aedes aegypti</a:t>
          </a:r>
          <a:endParaRPr lang="pt-BR" sz="1600" dirty="0"/>
        </a:p>
      </dgm:t>
    </dgm:pt>
    <dgm:pt modelId="{060188EA-7C8A-43E9-8CFF-F964504D6FC1}" type="parTrans" cxnId="{D7343534-F79A-4A3B-B72D-FACC16B2D2BC}">
      <dgm:prSet/>
      <dgm:spPr/>
      <dgm:t>
        <a:bodyPr/>
        <a:lstStyle/>
        <a:p>
          <a:endParaRPr lang="pt-BR"/>
        </a:p>
      </dgm:t>
    </dgm:pt>
    <dgm:pt modelId="{6D4F960B-8ADB-469F-AC14-2B74048B2123}" type="sibTrans" cxnId="{D7343534-F79A-4A3B-B72D-FACC16B2D2BC}">
      <dgm:prSet/>
      <dgm:spPr/>
      <dgm:t>
        <a:bodyPr/>
        <a:lstStyle/>
        <a:p>
          <a:endParaRPr lang="pt-BR"/>
        </a:p>
      </dgm:t>
    </dgm:pt>
    <dgm:pt modelId="{95E059E5-1F10-4728-93F1-B17D5BED0C5D}">
      <dgm:prSet phldrT="[Texto]" custT="1"/>
      <dgm:spPr/>
      <dgm:t>
        <a:bodyPr/>
        <a:lstStyle/>
        <a:p>
          <a:r>
            <a: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Atividade casa a casa</a:t>
          </a:r>
        </a:p>
      </dgm:t>
    </dgm:pt>
    <dgm:pt modelId="{A623DDC0-48DE-49ED-90F3-F1A724943688}" type="parTrans" cxnId="{5F0380AA-3071-4980-9A29-56A3D2416644}">
      <dgm:prSet/>
      <dgm:spPr/>
      <dgm:t>
        <a:bodyPr/>
        <a:lstStyle/>
        <a:p>
          <a:endParaRPr lang="pt-BR"/>
        </a:p>
      </dgm:t>
    </dgm:pt>
    <dgm:pt modelId="{CA1AB608-25DB-46F0-B59B-45E4FFF72D1F}" type="sibTrans" cxnId="{5F0380AA-3071-4980-9A29-56A3D2416644}">
      <dgm:prSet/>
      <dgm:spPr/>
      <dgm:t>
        <a:bodyPr/>
        <a:lstStyle/>
        <a:p>
          <a:endParaRPr lang="pt-BR"/>
        </a:p>
      </dgm:t>
    </dgm:pt>
    <dgm:pt modelId="{72EBA08B-C856-4760-9E84-6828E6982009}">
      <dgm:prSet phldrT="[Texto]" custT="1"/>
      <dgm:spPr/>
      <dgm:t>
        <a:bodyPr/>
        <a:lstStyle/>
        <a:p>
          <a:r>
            <a: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Pesquisa e controle de Pontos estratégicos (PE)</a:t>
          </a:r>
        </a:p>
      </dgm:t>
    </dgm:pt>
    <dgm:pt modelId="{96E1DB86-F1AF-4E1A-8D4F-92FEFFD2242E}" type="parTrans" cxnId="{ECE27B98-8E49-4797-973A-4267177CD3CC}">
      <dgm:prSet/>
      <dgm:spPr/>
      <dgm:t>
        <a:bodyPr/>
        <a:lstStyle/>
        <a:p>
          <a:endParaRPr lang="pt-BR"/>
        </a:p>
      </dgm:t>
    </dgm:pt>
    <dgm:pt modelId="{F51D4C41-1728-420E-9643-18ED4DE7A14A}" type="sibTrans" cxnId="{ECE27B98-8E49-4797-973A-4267177CD3CC}">
      <dgm:prSet/>
      <dgm:spPr/>
      <dgm:t>
        <a:bodyPr/>
        <a:lstStyle/>
        <a:p>
          <a:endParaRPr lang="pt-BR"/>
        </a:p>
      </dgm:t>
    </dgm:pt>
    <dgm:pt modelId="{F690741E-9B1B-4378-8647-4138885C6794}">
      <dgm:prSet phldrT="[Texto]" custT="1"/>
      <dgm:spPr/>
      <dgm:t>
        <a:bodyPr/>
        <a:lstStyle/>
        <a:p>
          <a:r>
            <a: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Pesquisa e controle de Imóveis Especiais</a:t>
          </a:r>
        </a:p>
      </dgm:t>
    </dgm:pt>
    <dgm:pt modelId="{7DDA06D2-752A-4083-8CC9-A4BE8CB12647}" type="parTrans" cxnId="{E61FAB94-6AB6-4A2F-8DC5-A602B2DF3946}">
      <dgm:prSet/>
      <dgm:spPr/>
      <dgm:t>
        <a:bodyPr/>
        <a:lstStyle/>
        <a:p>
          <a:endParaRPr lang="pt-BR"/>
        </a:p>
      </dgm:t>
    </dgm:pt>
    <dgm:pt modelId="{68FF9186-0C3D-4E51-900D-0346B34BA902}" type="sibTrans" cxnId="{E61FAB94-6AB6-4A2F-8DC5-A602B2DF3946}">
      <dgm:prSet/>
      <dgm:spPr/>
      <dgm:t>
        <a:bodyPr/>
        <a:lstStyle/>
        <a:p>
          <a:endParaRPr lang="pt-BR"/>
        </a:p>
      </dgm:t>
    </dgm:pt>
    <dgm:pt modelId="{CF61CB14-6E1B-4A3C-AA28-035251D7909C}">
      <dgm:prSet custT="1"/>
      <dgm:spPr/>
      <dgm:t>
        <a:bodyPr/>
        <a:lstStyle/>
        <a:p>
          <a:r>
            <a: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Avaliação de Densidade Larvária (ADL)</a:t>
          </a:r>
        </a:p>
      </dgm:t>
    </dgm:pt>
    <dgm:pt modelId="{2449D317-5F8C-4419-B0DF-FD271B33E667}" type="parTrans" cxnId="{B925E554-4868-432C-A099-B2054DFB9A8C}">
      <dgm:prSet/>
      <dgm:spPr/>
      <dgm:t>
        <a:bodyPr/>
        <a:lstStyle/>
        <a:p>
          <a:endParaRPr lang="pt-BR"/>
        </a:p>
      </dgm:t>
    </dgm:pt>
    <dgm:pt modelId="{565B5B1D-A97D-4844-8EC4-F9FF936AEA41}" type="sibTrans" cxnId="{B925E554-4868-432C-A099-B2054DFB9A8C}">
      <dgm:prSet/>
      <dgm:spPr/>
      <dgm:t>
        <a:bodyPr/>
        <a:lstStyle/>
        <a:p>
          <a:endParaRPr lang="pt-BR"/>
        </a:p>
      </dgm:t>
    </dgm:pt>
    <dgm:pt modelId="{482734F4-29F4-40E9-AA57-701551D1DEE2}">
      <dgm:prSet custT="1"/>
      <dgm:spPr/>
      <dgm:t>
        <a:bodyPr/>
        <a:lstStyle/>
        <a:p>
          <a:r>
            <a: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Atividade de bloqueio-nebulização</a:t>
          </a:r>
        </a:p>
      </dgm:t>
    </dgm:pt>
    <dgm:pt modelId="{63EF9336-9B9E-41F3-B768-EE7B6BC98E28}" type="parTrans" cxnId="{C7B5EF1B-A84B-4F9A-B919-098C451D89F3}">
      <dgm:prSet/>
      <dgm:spPr/>
      <dgm:t>
        <a:bodyPr/>
        <a:lstStyle/>
        <a:p>
          <a:endParaRPr lang="pt-BR"/>
        </a:p>
      </dgm:t>
    </dgm:pt>
    <dgm:pt modelId="{ECB3D2BF-C8AA-48C9-B8A6-B350B9216304}" type="sibTrans" cxnId="{C7B5EF1B-A84B-4F9A-B919-098C451D89F3}">
      <dgm:prSet/>
      <dgm:spPr/>
      <dgm:t>
        <a:bodyPr/>
        <a:lstStyle/>
        <a:p>
          <a:endParaRPr lang="pt-BR"/>
        </a:p>
      </dgm:t>
    </dgm:pt>
    <dgm:pt modelId="{BE2332DA-A35C-49F2-88B9-0BE9AB1BE42F}">
      <dgm:prSet custT="1"/>
      <dgm:spPr/>
      <dgm:t>
        <a:bodyPr/>
        <a:lstStyle/>
        <a:p>
          <a:r>
            <a:rPr lang="pt-BR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Educação e mobilização</a:t>
          </a:r>
        </a:p>
      </dgm:t>
    </dgm:pt>
    <dgm:pt modelId="{F20C916B-FD3D-4EFC-A17B-002F341D9A9E}" type="parTrans" cxnId="{06827CD0-BB2C-4B95-8116-66C8C3877F48}">
      <dgm:prSet/>
      <dgm:spPr/>
      <dgm:t>
        <a:bodyPr/>
        <a:lstStyle/>
        <a:p>
          <a:endParaRPr lang="pt-BR"/>
        </a:p>
      </dgm:t>
    </dgm:pt>
    <dgm:pt modelId="{61ED5C35-3A42-42A7-8257-9ABD8592481F}" type="sibTrans" cxnId="{06827CD0-BB2C-4B95-8116-66C8C3877F48}">
      <dgm:prSet/>
      <dgm:spPr/>
      <dgm:t>
        <a:bodyPr/>
        <a:lstStyle/>
        <a:p>
          <a:endParaRPr lang="pt-BR"/>
        </a:p>
      </dgm:t>
    </dgm:pt>
    <dgm:pt modelId="{B9AA6A95-3930-42F0-B957-BE6D7F0D7E8A}" type="pres">
      <dgm:prSet presAssocID="{979DEE63-15E8-4CC0-8A24-3BFDDDEF5B49}" presName="theList" presStyleCnt="0">
        <dgm:presLayoutVars>
          <dgm:dir/>
          <dgm:animLvl val="lvl"/>
          <dgm:resizeHandles val="exact"/>
        </dgm:presLayoutVars>
      </dgm:prSet>
      <dgm:spPr/>
    </dgm:pt>
    <dgm:pt modelId="{9252CAAA-178B-4F96-9ECA-FEA94D8B15A7}" type="pres">
      <dgm:prSet presAssocID="{84197383-1908-4527-8BA6-8C44EEA7B8FD}" presName="compNode" presStyleCnt="0"/>
      <dgm:spPr/>
    </dgm:pt>
    <dgm:pt modelId="{FA667EC5-3F3C-4DD9-AA69-07EC492B576F}" type="pres">
      <dgm:prSet presAssocID="{84197383-1908-4527-8BA6-8C44EEA7B8FD}" presName="aNode" presStyleLbl="bgShp" presStyleIdx="0" presStyleCnt="1"/>
      <dgm:spPr/>
    </dgm:pt>
    <dgm:pt modelId="{F8C7D4AC-7313-4FA4-8479-DDDF820ACE6B}" type="pres">
      <dgm:prSet presAssocID="{84197383-1908-4527-8BA6-8C44EEA7B8FD}" presName="textNode" presStyleLbl="bgShp" presStyleIdx="0" presStyleCnt="1"/>
      <dgm:spPr/>
    </dgm:pt>
    <dgm:pt modelId="{A2B57350-0CD4-4D9A-9DA2-24BCECBB49A5}" type="pres">
      <dgm:prSet presAssocID="{84197383-1908-4527-8BA6-8C44EEA7B8FD}" presName="compChildNode" presStyleCnt="0"/>
      <dgm:spPr/>
    </dgm:pt>
    <dgm:pt modelId="{3DC5CACC-BA09-486F-9D4D-1DFA18F6AECE}" type="pres">
      <dgm:prSet presAssocID="{84197383-1908-4527-8BA6-8C44EEA7B8FD}" presName="theInnerList" presStyleCnt="0"/>
      <dgm:spPr/>
    </dgm:pt>
    <dgm:pt modelId="{C12D7CE6-85F2-48B1-B4C2-64BE6A8C77F6}" type="pres">
      <dgm:prSet presAssocID="{95E059E5-1F10-4728-93F1-B17D5BED0C5D}" presName="childNode" presStyleLbl="node1" presStyleIdx="0" presStyleCnt="6">
        <dgm:presLayoutVars>
          <dgm:bulletEnabled val="1"/>
        </dgm:presLayoutVars>
      </dgm:prSet>
      <dgm:spPr/>
    </dgm:pt>
    <dgm:pt modelId="{0235FB09-CE94-4412-BE2B-F576EAD2E68B}" type="pres">
      <dgm:prSet presAssocID="{95E059E5-1F10-4728-93F1-B17D5BED0C5D}" presName="aSpace2" presStyleCnt="0"/>
      <dgm:spPr/>
    </dgm:pt>
    <dgm:pt modelId="{9A62D96C-87BB-4ECE-ADD7-229E2B839DDB}" type="pres">
      <dgm:prSet presAssocID="{72EBA08B-C856-4760-9E84-6828E6982009}" presName="childNode" presStyleLbl="node1" presStyleIdx="1" presStyleCnt="6">
        <dgm:presLayoutVars>
          <dgm:bulletEnabled val="1"/>
        </dgm:presLayoutVars>
      </dgm:prSet>
      <dgm:spPr/>
    </dgm:pt>
    <dgm:pt modelId="{C0B581F0-0CCF-433F-A694-8F794E17E690}" type="pres">
      <dgm:prSet presAssocID="{72EBA08B-C856-4760-9E84-6828E6982009}" presName="aSpace2" presStyleCnt="0"/>
      <dgm:spPr/>
    </dgm:pt>
    <dgm:pt modelId="{E3D604B7-8CF3-4A86-88A7-FEFF860160DA}" type="pres">
      <dgm:prSet presAssocID="{F690741E-9B1B-4378-8647-4138885C6794}" presName="childNode" presStyleLbl="node1" presStyleIdx="2" presStyleCnt="6">
        <dgm:presLayoutVars>
          <dgm:bulletEnabled val="1"/>
        </dgm:presLayoutVars>
      </dgm:prSet>
      <dgm:spPr/>
    </dgm:pt>
    <dgm:pt modelId="{64993403-A249-473A-ADA2-E333388EB033}" type="pres">
      <dgm:prSet presAssocID="{F690741E-9B1B-4378-8647-4138885C6794}" presName="aSpace2" presStyleCnt="0"/>
      <dgm:spPr/>
    </dgm:pt>
    <dgm:pt modelId="{9DED2E2B-5A7E-4FC9-89E1-C0EBEFD70DCE}" type="pres">
      <dgm:prSet presAssocID="{CF61CB14-6E1B-4A3C-AA28-035251D7909C}" presName="childNode" presStyleLbl="node1" presStyleIdx="3" presStyleCnt="6">
        <dgm:presLayoutVars>
          <dgm:bulletEnabled val="1"/>
        </dgm:presLayoutVars>
      </dgm:prSet>
      <dgm:spPr/>
    </dgm:pt>
    <dgm:pt modelId="{FAFF13C1-1C2D-49EE-A206-817EBCAB98CD}" type="pres">
      <dgm:prSet presAssocID="{CF61CB14-6E1B-4A3C-AA28-035251D7909C}" presName="aSpace2" presStyleCnt="0"/>
      <dgm:spPr/>
    </dgm:pt>
    <dgm:pt modelId="{8A63EE38-9C51-4CB0-9EF4-25E3FFF3E7E0}" type="pres">
      <dgm:prSet presAssocID="{482734F4-29F4-40E9-AA57-701551D1DEE2}" presName="childNode" presStyleLbl="node1" presStyleIdx="4" presStyleCnt="6">
        <dgm:presLayoutVars>
          <dgm:bulletEnabled val="1"/>
        </dgm:presLayoutVars>
      </dgm:prSet>
      <dgm:spPr/>
    </dgm:pt>
    <dgm:pt modelId="{EFB36FEA-3A8B-42B9-A66A-B8E31B34ECDF}" type="pres">
      <dgm:prSet presAssocID="{482734F4-29F4-40E9-AA57-701551D1DEE2}" presName="aSpace2" presStyleCnt="0"/>
      <dgm:spPr/>
    </dgm:pt>
    <dgm:pt modelId="{D7DF8324-4FB1-43D9-831C-D8C683101AB1}" type="pres">
      <dgm:prSet presAssocID="{BE2332DA-A35C-49F2-88B9-0BE9AB1BE42F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C7B5EF1B-A84B-4F9A-B919-098C451D89F3}" srcId="{84197383-1908-4527-8BA6-8C44EEA7B8FD}" destId="{482734F4-29F4-40E9-AA57-701551D1DEE2}" srcOrd="4" destOrd="0" parTransId="{63EF9336-9B9E-41F3-B768-EE7B6BC98E28}" sibTransId="{ECB3D2BF-C8AA-48C9-B8A6-B350B9216304}"/>
    <dgm:cxn modelId="{ACD8181E-C885-46E1-BBF5-BC1AC2D85C55}" type="presOf" srcId="{F690741E-9B1B-4378-8647-4138885C6794}" destId="{E3D604B7-8CF3-4A86-88A7-FEFF860160DA}" srcOrd="0" destOrd="0" presId="urn:microsoft.com/office/officeart/2005/8/layout/lProcess2"/>
    <dgm:cxn modelId="{D7343534-F79A-4A3B-B72D-FACC16B2D2BC}" srcId="{979DEE63-15E8-4CC0-8A24-3BFDDDEF5B49}" destId="{84197383-1908-4527-8BA6-8C44EEA7B8FD}" srcOrd="0" destOrd="0" parTransId="{060188EA-7C8A-43E9-8CFF-F964504D6FC1}" sibTransId="{6D4F960B-8ADB-469F-AC14-2B74048B2123}"/>
    <dgm:cxn modelId="{A371FF43-1A23-44D8-A015-F6820EE7FDE1}" type="presOf" srcId="{84197383-1908-4527-8BA6-8C44EEA7B8FD}" destId="{F8C7D4AC-7313-4FA4-8479-DDDF820ACE6B}" srcOrd="1" destOrd="0" presId="urn:microsoft.com/office/officeart/2005/8/layout/lProcess2"/>
    <dgm:cxn modelId="{83F8044B-07FB-45CD-8C20-583E588DF984}" type="presOf" srcId="{CF61CB14-6E1B-4A3C-AA28-035251D7909C}" destId="{9DED2E2B-5A7E-4FC9-89E1-C0EBEFD70DCE}" srcOrd="0" destOrd="0" presId="urn:microsoft.com/office/officeart/2005/8/layout/lProcess2"/>
    <dgm:cxn modelId="{7C8E3A4D-EA3A-4575-BAA5-D79C61B552C4}" type="presOf" srcId="{84197383-1908-4527-8BA6-8C44EEA7B8FD}" destId="{FA667EC5-3F3C-4DD9-AA69-07EC492B576F}" srcOrd="0" destOrd="0" presId="urn:microsoft.com/office/officeart/2005/8/layout/lProcess2"/>
    <dgm:cxn modelId="{B925E554-4868-432C-A099-B2054DFB9A8C}" srcId="{84197383-1908-4527-8BA6-8C44EEA7B8FD}" destId="{CF61CB14-6E1B-4A3C-AA28-035251D7909C}" srcOrd="3" destOrd="0" parTransId="{2449D317-5F8C-4419-B0DF-FD271B33E667}" sibTransId="{565B5B1D-A97D-4844-8EC4-F9FF936AEA41}"/>
    <dgm:cxn modelId="{E61FAB94-6AB6-4A2F-8DC5-A602B2DF3946}" srcId="{84197383-1908-4527-8BA6-8C44EEA7B8FD}" destId="{F690741E-9B1B-4378-8647-4138885C6794}" srcOrd="2" destOrd="0" parTransId="{7DDA06D2-752A-4083-8CC9-A4BE8CB12647}" sibTransId="{68FF9186-0C3D-4E51-900D-0346B34BA902}"/>
    <dgm:cxn modelId="{2970B494-EBAD-4193-9EF9-898AFD3CA351}" type="presOf" srcId="{72EBA08B-C856-4760-9E84-6828E6982009}" destId="{9A62D96C-87BB-4ECE-ADD7-229E2B839DDB}" srcOrd="0" destOrd="0" presId="urn:microsoft.com/office/officeart/2005/8/layout/lProcess2"/>
    <dgm:cxn modelId="{ECE27B98-8E49-4797-973A-4267177CD3CC}" srcId="{84197383-1908-4527-8BA6-8C44EEA7B8FD}" destId="{72EBA08B-C856-4760-9E84-6828E6982009}" srcOrd="1" destOrd="0" parTransId="{96E1DB86-F1AF-4E1A-8D4F-92FEFFD2242E}" sibTransId="{F51D4C41-1728-420E-9643-18ED4DE7A14A}"/>
    <dgm:cxn modelId="{6A6B3D99-0919-4E9A-9228-924D5DA263DA}" type="presOf" srcId="{979DEE63-15E8-4CC0-8A24-3BFDDDEF5B49}" destId="{B9AA6A95-3930-42F0-B957-BE6D7F0D7E8A}" srcOrd="0" destOrd="0" presId="urn:microsoft.com/office/officeart/2005/8/layout/lProcess2"/>
    <dgm:cxn modelId="{5F0380AA-3071-4980-9A29-56A3D2416644}" srcId="{84197383-1908-4527-8BA6-8C44EEA7B8FD}" destId="{95E059E5-1F10-4728-93F1-B17D5BED0C5D}" srcOrd="0" destOrd="0" parTransId="{A623DDC0-48DE-49ED-90F3-F1A724943688}" sibTransId="{CA1AB608-25DB-46F0-B59B-45E4FFF72D1F}"/>
    <dgm:cxn modelId="{AE1D83B5-E335-4935-817F-D5D15A3920BE}" type="presOf" srcId="{95E059E5-1F10-4728-93F1-B17D5BED0C5D}" destId="{C12D7CE6-85F2-48B1-B4C2-64BE6A8C77F6}" srcOrd="0" destOrd="0" presId="urn:microsoft.com/office/officeart/2005/8/layout/lProcess2"/>
    <dgm:cxn modelId="{06827CD0-BB2C-4B95-8116-66C8C3877F48}" srcId="{84197383-1908-4527-8BA6-8C44EEA7B8FD}" destId="{BE2332DA-A35C-49F2-88B9-0BE9AB1BE42F}" srcOrd="5" destOrd="0" parTransId="{F20C916B-FD3D-4EFC-A17B-002F341D9A9E}" sibTransId="{61ED5C35-3A42-42A7-8257-9ABD8592481F}"/>
    <dgm:cxn modelId="{960863EB-E614-4E99-8681-6822620FB8D9}" type="presOf" srcId="{482734F4-29F4-40E9-AA57-701551D1DEE2}" destId="{8A63EE38-9C51-4CB0-9EF4-25E3FFF3E7E0}" srcOrd="0" destOrd="0" presId="urn:microsoft.com/office/officeart/2005/8/layout/lProcess2"/>
    <dgm:cxn modelId="{8DF772FD-5C9A-47C7-87F4-1D61AC0F99ED}" type="presOf" srcId="{BE2332DA-A35C-49F2-88B9-0BE9AB1BE42F}" destId="{D7DF8324-4FB1-43D9-831C-D8C683101AB1}" srcOrd="0" destOrd="0" presId="urn:microsoft.com/office/officeart/2005/8/layout/lProcess2"/>
    <dgm:cxn modelId="{0A3D2E88-46AD-4901-83F3-7517788E4718}" type="presParOf" srcId="{B9AA6A95-3930-42F0-B957-BE6D7F0D7E8A}" destId="{9252CAAA-178B-4F96-9ECA-FEA94D8B15A7}" srcOrd="0" destOrd="0" presId="urn:microsoft.com/office/officeart/2005/8/layout/lProcess2"/>
    <dgm:cxn modelId="{C38BA267-E1C0-41D6-8BCE-D5F4E0C62E32}" type="presParOf" srcId="{9252CAAA-178B-4F96-9ECA-FEA94D8B15A7}" destId="{FA667EC5-3F3C-4DD9-AA69-07EC492B576F}" srcOrd="0" destOrd="0" presId="urn:microsoft.com/office/officeart/2005/8/layout/lProcess2"/>
    <dgm:cxn modelId="{198210D1-482B-4847-AF71-3A0990A50C91}" type="presParOf" srcId="{9252CAAA-178B-4F96-9ECA-FEA94D8B15A7}" destId="{F8C7D4AC-7313-4FA4-8479-DDDF820ACE6B}" srcOrd="1" destOrd="0" presId="urn:microsoft.com/office/officeart/2005/8/layout/lProcess2"/>
    <dgm:cxn modelId="{79A397C7-B154-4882-BEA9-9B953A8859AE}" type="presParOf" srcId="{9252CAAA-178B-4F96-9ECA-FEA94D8B15A7}" destId="{A2B57350-0CD4-4D9A-9DA2-24BCECBB49A5}" srcOrd="2" destOrd="0" presId="urn:microsoft.com/office/officeart/2005/8/layout/lProcess2"/>
    <dgm:cxn modelId="{C5E0EF36-6B2E-446E-9FD1-A4DE8A8AE84C}" type="presParOf" srcId="{A2B57350-0CD4-4D9A-9DA2-24BCECBB49A5}" destId="{3DC5CACC-BA09-486F-9D4D-1DFA18F6AECE}" srcOrd="0" destOrd="0" presId="urn:microsoft.com/office/officeart/2005/8/layout/lProcess2"/>
    <dgm:cxn modelId="{1726F4C6-9855-41B3-9BB8-5ED0D0360B54}" type="presParOf" srcId="{3DC5CACC-BA09-486F-9D4D-1DFA18F6AECE}" destId="{C12D7CE6-85F2-48B1-B4C2-64BE6A8C77F6}" srcOrd="0" destOrd="0" presId="urn:microsoft.com/office/officeart/2005/8/layout/lProcess2"/>
    <dgm:cxn modelId="{0E02CF37-11D3-4587-A3C0-5C374E65BD56}" type="presParOf" srcId="{3DC5CACC-BA09-486F-9D4D-1DFA18F6AECE}" destId="{0235FB09-CE94-4412-BE2B-F576EAD2E68B}" srcOrd="1" destOrd="0" presId="urn:microsoft.com/office/officeart/2005/8/layout/lProcess2"/>
    <dgm:cxn modelId="{2EB911C1-382F-4640-9113-AA9D856084F2}" type="presParOf" srcId="{3DC5CACC-BA09-486F-9D4D-1DFA18F6AECE}" destId="{9A62D96C-87BB-4ECE-ADD7-229E2B839DDB}" srcOrd="2" destOrd="0" presId="urn:microsoft.com/office/officeart/2005/8/layout/lProcess2"/>
    <dgm:cxn modelId="{59D8E343-2EFE-48B7-AB1F-818F14921D12}" type="presParOf" srcId="{3DC5CACC-BA09-486F-9D4D-1DFA18F6AECE}" destId="{C0B581F0-0CCF-433F-A694-8F794E17E690}" srcOrd="3" destOrd="0" presId="urn:microsoft.com/office/officeart/2005/8/layout/lProcess2"/>
    <dgm:cxn modelId="{07453648-7F00-415E-B4E5-E14910B8E57A}" type="presParOf" srcId="{3DC5CACC-BA09-486F-9D4D-1DFA18F6AECE}" destId="{E3D604B7-8CF3-4A86-88A7-FEFF860160DA}" srcOrd="4" destOrd="0" presId="urn:microsoft.com/office/officeart/2005/8/layout/lProcess2"/>
    <dgm:cxn modelId="{D2032188-E926-47CD-BAC1-7A06E6E598C2}" type="presParOf" srcId="{3DC5CACC-BA09-486F-9D4D-1DFA18F6AECE}" destId="{64993403-A249-473A-ADA2-E333388EB033}" srcOrd="5" destOrd="0" presId="urn:microsoft.com/office/officeart/2005/8/layout/lProcess2"/>
    <dgm:cxn modelId="{851F9429-8675-425C-A1C1-508BEEB10605}" type="presParOf" srcId="{3DC5CACC-BA09-486F-9D4D-1DFA18F6AECE}" destId="{9DED2E2B-5A7E-4FC9-89E1-C0EBEFD70DCE}" srcOrd="6" destOrd="0" presId="urn:microsoft.com/office/officeart/2005/8/layout/lProcess2"/>
    <dgm:cxn modelId="{58503251-9696-492E-A528-7ABF326CF6E2}" type="presParOf" srcId="{3DC5CACC-BA09-486F-9D4D-1DFA18F6AECE}" destId="{FAFF13C1-1C2D-49EE-A206-817EBCAB98CD}" srcOrd="7" destOrd="0" presId="urn:microsoft.com/office/officeart/2005/8/layout/lProcess2"/>
    <dgm:cxn modelId="{5ADDD99D-F3D0-4925-BF94-8736E332D98E}" type="presParOf" srcId="{3DC5CACC-BA09-486F-9D4D-1DFA18F6AECE}" destId="{8A63EE38-9C51-4CB0-9EF4-25E3FFF3E7E0}" srcOrd="8" destOrd="0" presId="urn:microsoft.com/office/officeart/2005/8/layout/lProcess2"/>
    <dgm:cxn modelId="{CE45CDC6-EA08-4C54-8F1C-710831406292}" type="presParOf" srcId="{3DC5CACC-BA09-486F-9D4D-1DFA18F6AECE}" destId="{EFB36FEA-3A8B-42B9-A66A-B8E31B34ECDF}" srcOrd="9" destOrd="0" presId="urn:microsoft.com/office/officeart/2005/8/layout/lProcess2"/>
    <dgm:cxn modelId="{C06958AA-99A9-4303-B762-60ACF2A8F5F2}" type="presParOf" srcId="{3DC5CACC-BA09-486F-9D4D-1DFA18F6AECE}" destId="{D7DF8324-4FB1-43D9-831C-D8C683101AB1}" srcOrd="1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211973-B6A3-4E6A-8B7D-818F956FA6C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C260472C-5173-4941-9683-EF427B7A392F}">
      <dgm:prSet phldrT="[Texto]" custT="1"/>
      <dgm:spPr/>
      <dgm:t>
        <a:bodyPr/>
        <a:lstStyle/>
        <a:p>
          <a:pPr algn="ctr"/>
          <a:endParaRPr lang="pt-BR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E235BB-D6CB-4508-968E-92ADD1C82DA9}" type="parTrans" cxnId="{358C4FCE-DE67-4CD6-A6D4-73DA2DF13850}">
      <dgm:prSet/>
      <dgm:spPr/>
      <dgm:t>
        <a:bodyPr/>
        <a:lstStyle/>
        <a:p>
          <a:endParaRPr lang="pt-BR"/>
        </a:p>
      </dgm:t>
    </dgm:pt>
    <dgm:pt modelId="{2145E100-D35E-4CCE-A055-68205AA7E430}" type="sibTrans" cxnId="{358C4FCE-DE67-4CD6-A6D4-73DA2DF13850}">
      <dgm:prSet/>
      <dgm:spPr/>
      <dgm:t>
        <a:bodyPr/>
        <a:lstStyle/>
        <a:p>
          <a:endParaRPr lang="pt-BR"/>
        </a:p>
      </dgm:t>
    </dgm:pt>
    <dgm:pt modelId="{D9EC3C96-4D2B-40A4-B4D7-CCC171E6BA47}">
      <dgm:prSet phldrT="[Texto]" custT="1"/>
      <dgm:spPr/>
      <dgm:t>
        <a:bodyPr/>
        <a:lstStyle/>
        <a:p>
          <a:pPr algn="just">
            <a:lnSpc>
              <a:spcPct val="100000"/>
            </a:lnSpc>
            <a:buClrTx/>
            <a:buSzTx/>
            <a:buFontTx/>
            <a:buNone/>
          </a:pPr>
          <a:r>
            <a:rPr lang="pt-BR" sz="2000" b="1" dirty="0">
              <a:latin typeface="+mn-lt"/>
              <a:ea typeface="Arial" panose="020B0604020202020204" pitchFamily="34" charset="0"/>
            </a:rPr>
            <a:t>Informatização do controle vetorial – SisaWeb </a:t>
          </a:r>
          <a:r>
            <a:rPr lang="pt-BR" sz="2000" dirty="0">
              <a:effectLst/>
              <a:latin typeface="+mn-lt"/>
              <a:ea typeface="Arial" panose="020B0604020202020204" pitchFamily="34" charset="0"/>
            </a:rPr>
            <a:t>: instrumento de uso prevalente</a:t>
          </a:r>
          <a:endParaRPr lang="pt-BR" sz="2000" b="1" dirty="0">
            <a:latin typeface="+mn-lt"/>
            <a:ea typeface="Arial" panose="020B0604020202020204" pitchFamily="34" charset="0"/>
          </a:endParaRPr>
        </a:p>
        <a:p>
          <a:pPr algn="just">
            <a:lnSpc>
              <a:spcPct val="100000"/>
            </a:lnSpc>
            <a:buClrTx/>
            <a:buSzTx/>
            <a:buFontTx/>
            <a:buNone/>
          </a:pPr>
          <a:r>
            <a:rPr lang="pt-BR" sz="2000" dirty="0">
              <a:effectLst/>
              <a:latin typeface="+mn-lt"/>
              <a:ea typeface="Arial" panose="020B0604020202020204" pitchFamily="34" charset="0"/>
            </a:rPr>
            <a:t>- Atribuição da esfera estadual : estruturação e gestão dos sistemas de informação atender às necessidades do Programa de Vigilância e Controle de Arboviroses do estado de São Paulo</a:t>
          </a:r>
        </a:p>
        <a:p>
          <a:pPr algn="just">
            <a:lnSpc>
              <a:spcPct val="100000"/>
            </a:lnSpc>
            <a:buClrTx/>
            <a:buSzTx/>
            <a:buFontTx/>
            <a:buNone/>
          </a:pPr>
          <a:r>
            <a:rPr lang="pt-BR" sz="2000" dirty="0">
              <a:latin typeface="+mn-lt"/>
              <a:cs typeface="Arial" panose="020B0604020202020204" pitchFamily="34" charset="0"/>
            </a:rPr>
            <a:t>- Possíveis fragilidades: rede para acesso ou capacidade técnica dos usuários do </a:t>
          </a:r>
          <a:r>
            <a:rPr lang="pt-BR" sz="2000" dirty="0" err="1">
              <a:latin typeface="+mn-lt"/>
              <a:cs typeface="Arial" panose="020B0604020202020204" pitchFamily="34" charset="0"/>
            </a:rPr>
            <a:t>Sisaweb</a:t>
          </a:r>
          <a:r>
            <a:rPr lang="pt-BR" sz="2000" dirty="0">
              <a:latin typeface="+mn-lt"/>
              <a:cs typeface="Arial" panose="020B0604020202020204" pitchFamily="34" charset="0"/>
            </a:rPr>
            <a:t>. </a:t>
          </a:r>
        </a:p>
        <a:p>
          <a:pPr algn="just">
            <a:lnSpc>
              <a:spcPct val="100000"/>
            </a:lnSpc>
            <a:buClrTx/>
            <a:buSzTx/>
            <a:buFontTx/>
            <a:buNone/>
          </a:pPr>
          <a:r>
            <a:rPr lang="pt-BR" sz="2000" dirty="0">
              <a:latin typeface="+mn-lt"/>
              <a:cs typeface="Arial" panose="020B0604020202020204" pitchFamily="34" charset="0"/>
            </a:rPr>
            <a:t>		           busca de dados SisaWeb:  relatórios e registros sem série histórica</a:t>
          </a:r>
        </a:p>
        <a:p>
          <a:pPr algn="just">
            <a:lnSpc>
              <a:spcPct val="100000"/>
            </a:lnSpc>
            <a:buClrTx/>
            <a:buSzTx/>
            <a:buFontTx/>
            <a:buNone/>
          </a:pPr>
          <a:r>
            <a:rPr lang="pt-BR" sz="2000" dirty="0">
              <a:latin typeface="+mn-lt"/>
              <a:cs typeface="Arial" panose="020B0604020202020204" pitchFamily="34" charset="0"/>
            </a:rPr>
            <a:t>					            – </a:t>
          </a:r>
          <a:r>
            <a:rPr lang="pt-BR" sz="2000" dirty="0" err="1">
              <a:latin typeface="+mn-lt"/>
              <a:cs typeface="Arial" panose="020B0604020202020204" pitchFamily="34" charset="0"/>
            </a:rPr>
            <a:t>ex</a:t>
          </a:r>
          <a:r>
            <a:rPr lang="pt-BR" sz="2000" dirty="0">
              <a:latin typeface="+mn-lt"/>
              <a:cs typeface="Arial" panose="020B0604020202020204" pitchFamily="34" charset="0"/>
            </a:rPr>
            <a:t>: atividades educativas.</a:t>
          </a:r>
        </a:p>
        <a:p>
          <a:pPr algn="just">
            <a:lnSpc>
              <a:spcPct val="100000"/>
            </a:lnSpc>
            <a:buClrTx/>
            <a:buSzTx/>
            <a:buFontTx/>
            <a:buNone/>
          </a:pPr>
          <a:endParaRPr lang="pt-BR" sz="1600" dirty="0">
            <a:effectLst/>
            <a:latin typeface="+mn-lt"/>
            <a:ea typeface="Arial" panose="020B0604020202020204" pitchFamily="34" charset="0"/>
          </a:endParaRPr>
        </a:p>
      </dgm:t>
    </dgm:pt>
    <dgm:pt modelId="{2B2AC0BD-DEF2-442C-835A-7E362D056422}" type="parTrans" cxnId="{1D545DDD-332E-4220-957A-36E4196184F9}">
      <dgm:prSet/>
      <dgm:spPr/>
      <dgm:t>
        <a:bodyPr/>
        <a:lstStyle/>
        <a:p>
          <a:endParaRPr lang="pt-BR"/>
        </a:p>
      </dgm:t>
    </dgm:pt>
    <dgm:pt modelId="{D7B9B03E-E7E0-4CCD-A3B8-7A4868CC964E}" type="sibTrans" cxnId="{1D545DDD-332E-4220-957A-36E4196184F9}">
      <dgm:prSet/>
      <dgm:spPr/>
      <dgm:t>
        <a:bodyPr/>
        <a:lstStyle/>
        <a:p>
          <a:endParaRPr lang="pt-BR"/>
        </a:p>
      </dgm:t>
    </dgm:pt>
    <dgm:pt modelId="{0553551C-63C6-4886-88B7-FB79ECD416B8}" type="pres">
      <dgm:prSet presAssocID="{7A211973-B6A3-4E6A-8B7D-818F956FA6C4}" presName="vert0" presStyleCnt="0">
        <dgm:presLayoutVars>
          <dgm:dir/>
          <dgm:animOne val="branch"/>
          <dgm:animLvl val="lvl"/>
        </dgm:presLayoutVars>
      </dgm:prSet>
      <dgm:spPr/>
    </dgm:pt>
    <dgm:pt modelId="{9C262352-BC01-4938-B3E0-48A4CA89946A}" type="pres">
      <dgm:prSet presAssocID="{C260472C-5173-4941-9683-EF427B7A392F}" presName="thickLine" presStyleLbl="alignNode1" presStyleIdx="0" presStyleCnt="1" custLinFactNeighborY="-462"/>
      <dgm:spPr/>
    </dgm:pt>
    <dgm:pt modelId="{B7E24A6C-6A4B-4D76-8E00-2B3ADCDE5E27}" type="pres">
      <dgm:prSet presAssocID="{C260472C-5173-4941-9683-EF427B7A392F}" presName="horz1" presStyleCnt="0"/>
      <dgm:spPr/>
    </dgm:pt>
    <dgm:pt modelId="{543F1B1D-51E7-47B2-BD87-49D4201828D1}" type="pres">
      <dgm:prSet presAssocID="{C260472C-5173-4941-9683-EF427B7A392F}" presName="tx1" presStyleLbl="revTx" presStyleIdx="0" presStyleCnt="2" custScaleX="10269"/>
      <dgm:spPr/>
    </dgm:pt>
    <dgm:pt modelId="{BEAD28EF-6AC0-40D0-8E7D-C4FE583D539B}" type="pres">
      <dgm:prSet presAssocID="{C260472C-5173-4941-9683-EF427B7A392F}" presName="vert1" presStyleCnt="0"/>
      <dgm:spPr/>
    </dgm:pt>
    <dgm:pt modelId="{66BBAC5B-8207-4BCF-BEAD-76F5E0CBF5F3}" type="pres">
      <dgm:prSet presAssocID="{D9EC3C96-4D2B-40A4-B4D7-CCC171E6BA47}" presName="vertSpace2a" presStyleCnt="0"/>
      <dgm:spPr/>
    </dgm:pt>
    <dgm:pt modelId="{2D8CB63E-D890-4164-9276-509556C0A4E7}" type="pres">
      <dgm:prSet presAssocID="{D9EC3C96-4D2B-40A4-B4D7-CCC171E6BA47}" presName="horz2" presStyleCnt="0"/>
      <dgm:spPr/>
    </dgm:pt>
    <dgm:pt modelId="{67C55A8F-5E03-4832-AA8E-6713102ED672}" type="pres">
      <dgm:prSet presAssocID="{D9EC3C96-4D2B-40A4-B4D7-CCC171E6BA47}" presName="horzSpace2" presStyleCnt="0"/>
      <dgm:spPr/>
    </dgm:pt>
    <dgm:pt modelId="{1D9FF999-C124-4EBD-B7B6-6DED340B4AA7}" type="pres">
      <dgm:prSet presAssocID="{D9EC3C96-4D2B-40A4-B4D7-CCC171E6BA47}" presName="tx2" presStyleLbl="revTx" presStyleIdx="1" presStyleCnt="2" custScaleX="121639" custScaleY="44454" custLinFactNeighborY="-2970"/>
      <dgm:spPr/>
    </dgm:pt>
    <dgm:pt modelId="{DB047AD7-4C42-4E3F-B0F2-6BDCDFD06A6D}" type="pres">
      <dgm:prSet presAssocID="{D9EC3C96-4D2B-40A4-B4D7-CCC171E6BA47}" presName="vert2" presStyleCnt="0"/>
      <dgm:spPr/>
    </dgm:pt>
    <dgm:pt modelId="{12253443-25DA-41E8-A63B-52F48ED57866}" type="pres">
      <dgm:prSet presAssocID="{D9EC3C96-4D2B-40A4-B4D7-CCC171E6BA47}" presName="thinLine2b" presStyleLbl="callout" presStyleIdx="0" presStyleCnt="1"/>
      <dgm:spPr/>
    </dgm:pt>
    <dgm:pt modelId="{50443F3C-D1B5-4A73-BA8A-38290E67E08E}" type="pres">
      <dgm:prSet presAssocID="{D9EC3C96-4D2B-40A4-B4D7-CCC171E6BA47}" presName="vertSpace2b" presStyleCnt="0"/>
      <dgm:spPr/>
    </dgm:pt>
  </dgm:ptLst>
  <dgm:cxnLst>
    <dgm:cxn modelId="{7AF38011-B93B-427E-BFE4-8555CF06C991}" type="presOf" srcId="{C260472C-5173-4941-9683-EF427B7A392F}" destId="{543F1B1D-51E7-47B2-BD87-49D4201828D1}" srcOrd="0" destOrd="0" presId="urn:microsoft.com/office/officeart/2008/layout/LinedList"/>
    <dgm:cxn modelId="{3293BE6D-6005-4472-868E-B8F00D633A15}" type="presOf" srcId="{7A211973-B6A3-4E6A-8B7D-818F956FA6C4}" destId="{0553551C-63C6-4886-88B7-FB79ECD416B8}" srcOrd="0" destOrd="0" presId="urn:microsoft.com/office/officeart/2008/layout/LinedList"/>
    <dgm:cxn modelId="{6F44C7AB-A1F0-42DC-8FF2-85F0A0184F14}" type="presOf" srcId="{D9EC3C96-4D2B-40A4-B4D7-CCC171E6BA47}" destId="{1D9FF999-C124-4EBD-B7B6-6DED340B4AA7}" srcOrd="0" destOrd="0" presId="urn:microsoft.com/office/officeart/2008/layout/LinedList"/>
    <dgm:cxn modelId="{358C4FCE-DE67-4CD6-A6D4-73DA2DF13850}" srcId="{7A211973-B6A3-4E6A-8B7D-818F956FA6C4}" destId="{C260472C-5173-4941-9683-EF427B7A392F}" srcOrd="0" destOrd="0" parTransId="{2AE235BB-D6CB-4508-968E-92ADD1C82DA9}" sibTransId="{2145E100-D35E-4CCE-A055-68205AA7E430}"/>
    <dgm:cxn modelId="{1D545DDD-332E-4220-957A-36E4196184F9}" srcId="{C260472C-5173-4941-9683-EF427B7A392F}" destId="{D9EC3C96-4D2B-40A4-B4D7-CCC171E6BA47}" srcOrd="0" destOrd="0" parTransId="{2B2AC0BD-DEF2-442C-835A-7E362D056422}" sibTransId="{D7B9B03E-E7E0-4CCD-A3B8-7A4868CC964E}"/>
    <dgm:cxn modelId="{725EB672-07C6-46C2-9624-D4D3A1E75F1A}" type="presParOf" srcId="{0553551C-63C6-4886-88B7-FB79ECD416B8}" destId="{9C262352-BC01-4938-B3E0-48A4CA89946A}" srcOrd="0" destOrd="0" presId="urn:microsoft.com/office/officeart/2008/layout/LinedList"/>
    <dgm:cxn modelId="{2A56D0A6-B93F-4449-A3D9-881BDB9EB9BC}" type="presParOf" srcId="{0553551C-63C6-4886-88B7-FB79ECD416B8}" destId="{B7E24A6C-6A4B-4D76-8E00-2B3ADCDE5E27}" srcOrd="1" destOrd="0" presId="urn:microsoft.com/office/officeart/2008/layout/LinedList"/>
    <dgm:cxn modelId="{01ABEDE2-C26D-4891-BB58-7A079055D4BA}" type="presParOf" srcId="{B7E24A6C-6A4B-4D76-8E00-2B3ADCDE5E27}" destId="{543F1B1D-51E7-47B2-BD87-49D4201828D1}" srcOrd="0" destOrd="0" presId="urn:microsoft.com/office/officeart/2008/layout/LinedList"/>
    <dgm:cxn modelId="{9C693404-582E-4115-A845-22606F504C69}" type="presParOf" srcId="{B7E24A6C-6A4B-4D76-8E00-2B3ADCDE5E27}" destId="{BEAD28EF-6AC0-40D0-8E7D-C4FE583D539B}" srcOrd="1" destOrd="0" presId="urn:microsoft.com/office/officeart/2008/layout/LinedList"/>
    <dgm:cxn modelId="{FBEB7063-FD7A-4543-9A9C-F88260EDC875}" type="presParOf" srcId="{BEAD28EF-6AC0-40D0-8E7D-C4FE583D539B}" destId="{66BBAC5B-8207-4BCF-BEAD-76F5E0CBF5F3}" srcOrd="0" destOrd="0" presId="urn:microsoft.com/office/officeart/2008/layout/LinedList"/>
    <dgm:cxn modelId="{EFB42207-E506-43A8-AE5F-84E2AB172221}" type="presParOf" srcId="{BEAD28EF-6AC0-40D0-8E7D-C4FE583D539B}" destId="{2D8CB63E-D890-4164-9276-509556C0A4E7}" srcOrd="1" destOrd="0" presId="urn:microsoft.com/office/officeart/2008/layout/LinedList"/>
    <dgm:cxn modelId="{C796CEFC-8FEB-4277-A93D-7922DCE00D37}" type="presParOf" srcId="{2D8CB63E-D890-4164-9276-509556C0A4E7}" destId="{67C55A8F-5E03-4832-AA8E-6713102ED672}" srcOrd="0" destOrd="0" presId="urn:microsoft.com/office/officeart/2008/layout/LinedList"/>
    <dgm:cxn modelId="{84000348-EFFE-46DF-92D5-91F4E08C7042}" type="presParOf" srcId="{2D8CB63E-D890-4164-9276-509556C0A4E7}" destId="{1D9FF999-C124-4EBD-B7B6-6DED340B4AA7}" srcOrd="1" destOrd="0" presId="urn:microsoft.com/office/officeart/2008/layout/LinedList"/>
    <dgm:cxn modelId="{D427EA19-1E3B-4ED0-9F60-D274903931ED}" type="presParOf" srcId="{2D8CB63E-D890-4164-9276-509556C0A4E7}" destId="{DB047AD7-4C42-4E3F-B0F2-6BDCDFD06A6D}" srcOrd="2" destOrd="0" presId="urn:microsoft.com/office/officeart/2008/layout/LinedList"/>
    <dgm:cxn modelId="{8C742815-322C-4709-969B-35524E2E3B0F}" type="presParOf" srcId="{BEAD28EF-6AC0-40D0-8E7D-C4FE583D539B}" destId="{12253443-25DA-41E8-A63B-52F48ED57866}" srcOrd="2" destOrd="0" presId="urn:microsoft.com/office/officeart/2008/layout/LinedList"/>
    <dgm:cxn modelId="{99EEDD28-9C60-4CC6-A379-B02DE04F4D8A}" type="presParOf" srcId="{BEAD28EF-6AC0-40D0-8E7D-C4FE583D539B}" destId="{50443F3C-D1B5-4A73-BA8A-38290E67E08E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67EC5-3F3C-4DD9-AA69-07EC492B576F}">
      <dsp:nvSpPr>
        <dsp:cNvPr id="0" name=""/>
        <dsp:cNvSpPr/>
      </dsp:nvSpPr>
      <dsp:spPr>
        <a:xfrm>
          <a:off x="0" y="0"/>
          <a:ext cx="7554452" cy="48060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NORTE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Normas de Orientação para a Vigilância e Controle de </a:t>
          </a:r>
          <a:r>
            <a:rPr lang="pt-BR" sz="1600" b="0" i="1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Aedes aegypti</a:t>
          </a:r>
          <a:endParaRPr lang="pt-BR" sz="1600" kern="1200" dirty="0"/>
        </a:p>
      </dsp:txBody>
      <dsp:txXfrm>
        <a:off x="0" y="0"/>
        <a:ext cx="7554452" cy="1441818"/>
      </dsp:txXfrm>
    </dsp:sp>
    <dsp:sp modelId="{C12D7CE6-85F2-48B1-B4C2-64BE6A8C77F6}">
      <dsp:nvSpPr>
        <dsp:cNvPr id="0" name=""/>
        <dsp:cNvSpPr/>
      </dsp:nvSpPr>
      <dsp:spPr>
        <a:xfrm>
          <a:off x="755445" y="1442053"/>
          <a:ext cx="6043561" cy="461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Atividade casa a casa</a:t>
          </a:r>
        </a:p>
      </dsp:txBody>
      <dsp:txXfrm>
        <a:off x="768960" y="1455568"/>
        <a:ext cx="6016531" cy="434391"/>
      </dsp:txXfrm>
    </dsp:sp>
    <dsp:sp modelId="{9A62D96C-87BB-4ECE-ADD7-229E2B839DDB}">
      <dsp:nvSpPr>
        <dsp:cNvPr id="0" name=""/>
        <dsp:cNvSpPr/>
      </dsp:nvSpPr>
      <dsp:spPr>
        <a:xfrm>
          <a:off x="755445" y="1974463"/>
          <a:ext cx="6043561" cy="461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Pesquisa e controle de Pontos estratégicos (PE)</a:t>
          </a:r>
        </a:p>
      </dsp:txBody>
      <dsp:txXfrm>
        <a:off x="768960" y="1987978"/>
        <a:ext cx="6016531" cy="434391"/>
      </dsp:txXfrm>
    </dsp:sp>
    <dsp:sp modelId="{E3D604B7-8CF3-4A86-88A7-FEFF860160DA}">
      <dsp:nvSpPr>
        <dsp:cNvPr id="0" name=""/>
        <dsp:cNvSpPr/>
      </dsp:nvSpPr>
      <dsp:spPr>
        <a:xfrm>
          <a:off x="755445" y="2506873"/>
          <a:ext cx="6043561" cy="461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Pesquisa e controle de Imóveis Especiais</a:t>
          </a:r>
        </a:p>
      </dsp:txBody>
      <dsp:txXfrm>
        <a:off x="768960" y="2520388"/>
        <a:ext cx="6016531" cy="434391"/>
      </dsp:txXfrm>
    </dsp:sp>
    <dsp:sp modelId="{9DED2E2B-5A7E-4FC9-89E1-C0EBEFD70DCE}">
      <dsp:nvSpPr>
        <dsp:cNvPr id="0" name=""/>
        <dsp:cNvSpPr/>
      </dsp:nvSpPr>
      <dsp:spPr>
        <a:xfrm>
          <a:off x="755445" y="3039283"/>
          <a:ext cx="6043561" cy="461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Avaliação de Densidade Larvária (ADL)</a:t>
          </a:r>
        </a:p>
      </dsp:txBody>
      <dsp:txXfrm>
        <a:off x="768960" y="3052798"/>
        <a:ext cx="6016531" cy="434391"/>
      </dsp:txXfrm>
    </dsp:sp>
    <dsp:sp modelId="{8A63EE38-9C51-4CB0-9EF4-25E3FFF3E7E0}">
      <dsp:nvSpPr>
        <dsp:cNvPr id="0" name=""/>
        <dsp:cNvSpPr/>
      </dsp:nvSpPr>
      <dsp:spPr>
        <a:xfrm>
          <a:off x="755445" y="3571693"/>
          <a:ext cx="6043561" cy="461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Atividade de bloqueio-nebulização</a:t>
          </a:r>
        </a:p>
      </dsp:txBody>
      <dsp:txXfrm>
        <a:off x="768960" y="3585208"/>
        <a:ext cx="6016531" cy="434391"/>
      </dsp:txXfrm>
    </dsp:sp>
    <dsp:sp modelId="{D7DF8324-4FB1-43D9-831C-D8C683101AB1}">
      <dsp:nvSpPr>
        <dsp:cNvPr id="0" name=""/>
        <dsp:cNvSpPr/>
      </dsp:nvSpPr>
      <dsp:spPr>
        <a:xfrm>
          <a:off x="755445" y="4104103"/>
          <a:ext cx="6043561" cy="461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Educação e mobilização</a:t>
          </a:r>
        </a:p>
      </dsp:txBody>
      <dsp:txXfrm>
        <a:off x="768960" y="4117618"/>
        <a:ext cx="6016531" cy="4343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62352-BC01-4938-B3E0-48A4CA89946A}">
      <dsp:nvSpPr>
        <dsp:cNvPr id="0" name=""/>
        <dsp:cNvSpPr/>
      </dsp:nvSpPr>
      <dsp:spPr>
        <a:xfrm>
          <a:off x="0" y="0"/>
          <a:ext cx="121124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F1B1D-51E7-47B2-BD87-49D4201828D1}">
      <dsp:nvSpPr>
        <dsp:cNvPr id="0" name=""/>
        <dsp:cNvSpPr/>
      </dsp:nvSpPr>
      <dsp:spPr>
        <a:xfrm>
          <a:off x="0" y="2990"/>
          <a:ext cx="248766" cy="6119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990"/>
        <a:ext cx="248766" cy="6119132"/>
      </dsp:txXfrm>
    </dsp:sp>
    <dsp:sp modelId="{1D9FF999-C124-4EBD-B7B6-6DED340B4AA7}">
      <dsp:nvSpPr>
        <dsp:cNvPr id="0" name=""/>
        <dsp:cNvSpPr/>
      </dsp:nvSpPr>
      <dsp:spPr>
        <a:xfrm>
          <a:off x="430453" y="127209"/>
          <a:ext cx="11565802" cy="2720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pt-BR" sz="2000" b="1" kern="1200" dirty="0">
              <a:latin typeface="+mn-lt"/>
              <a:ea typeface="Arial" panose="020B0604020202020204" pitchFamily="34" charset="0"/>
            </a:rPr>
            <a:t>Informatização do controle vetorial – SisaWeb </a:t>
          </a:r>
          <a:r>
            <a:rPr lang="pt-BR" sz="2000" kern="1200" dirty="0">
              <a:effectLst/>
              <a:latin typeface="+mn-lt"/>
              <a:ea typeface="Arial" panose="020B0604020202020204" pitchFamily="34" charset="0"/>
            </a:rPr>
            <a:t>: instrumento de uso prevalente</a:t>
          </a:r>
          <a:endParaRPr lang="pt-BR" sz="2000" b="1" kern="1200" dirty="0">
            <a:latin typeface="+mn-lt"/>
            <a:ea typeface="Arial" panose="020B0604020202020204" pitchFamily="34" charset="0"/>
          </a:endParaRPr>
        </a:p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pt-BR" sz="2000" kern="1200" dirty="0">
              <a:effectLst/>
              <a:latin typeface="+mn-lt"/>
              <a:ea typeface="Arial" panose="020B0604020202020204" pitchFamily="34" charset="0"/>
            </a:rPr>
            <a:t>- Atribuição da esfera estadual : estruturação e gestão dos sistemas de informação atender às necessidades do Programa de Vigilância e Controle de Arboviroses do estado de São Paulo</a:t>
          </a:r>
        </a:p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pt-BR" sz="2000" kern="1200" dirty="0">
              <a:latin typeface="+mn-lt"/>
              <a:cs typeface="Arial" panose="020B0604020202020204" pitchFamily="34" charset="0"/>
            </a:rPr>
            <a:t>- Possíveis fragilidades: rede para acesso ou capacidade técnica dos usuários do </a:t>
          </a:r>
          <a:r>
            <a:rPr lang="pt-BR" sz="2000" kern="1200" dirty="0" err="1">
              <a:latin typeface="+mn-lt"/>
              <a:cs typeface="Arial" panose="020B0604020202020204" pitchFamily="34" charset="0"/>
            </a:rPr>
            <a:t>Sisaweb</a:t>
          </a:r>
          <a:r>
            <a:rPr lang="pt-BR" sz="2000" kern="1200" dirty="0">
              <a:latin typeface="+mn-lt"/>
              <a:cs typeface="Arial" panose="020B0604020202020204" pitchFamily="34" charset="0"/>
            </a:rPr>
            <a:t>. </a:t>
          </a:r>
        </a:p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pt-BR" sz="2000" kern="1200" dirty="0">
              <a:latin typeface="+mn-lt"/>
              <a:cs typeface="Arial" panose="020B0604020202020204" pitchFamily="34" charset="0"/>
            </a:rPr>
            <a:t>		           busca de dados SisaWeb:  relatórios e registros sem série histórica</a:t>
          </a:r>
        </a:p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pt-BR" sz="2000" kern="1200" dirty="0">
              <a:latin typeface="+mn-lt"/>
              <a:cs typeface="Arial" panose="020B0604020202020204" pitchFamily="34" charset="0"/>
            </a:rPr>
            <a:t>					            – </a:t>
          </a:r>
          <a:r>
            <a:rPr lang="pt-BR" sz="2000" kern="1200" dirty="0" err="1">
              <a:latin typeface="+mn-lt"/>
              <a:cs typeface="Arial" panose="020B0604020202020204" pitchFamily="34" charset="0"/>
            </a:rPr>
            <a:t>ex</a:t>
          </a:r>
          <a:r>
            <a:rPr lang="pt-BR" sz="2000" kern="1200" dirty="0">
              <a:latin typeface="+mn-lt"/>
              <a:cs typeface="Arial" panose="020B0604020202020204" pitchFamily="34" charset="0"/>
            </a:rPr>
            <a:t>: atividades educativas.</a:t>
          </a:r>
        </a:p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endParaRPr lang="pt-BR" sz="1600" kern="1200" dirty="0">
            <a:effectLst/>
            <a:latin typeface="+mn-lt"/>
            <a:ea typeface="Arial" panose="020B0604020202020204" pitchFamily="34" charset="0"/>
          </a:endParaRPr>
        </a:p>
      </dsp:txBody>
      <dsp:txXfrm>
        <a:off x="430453" y="127209"/>
        <a:ext cx="11565802" cy="2720199"/>
      </dsp:txXfrm>
    </dsp:sp>
    <dsp:sp modelId="{12253443-25DA-41E8-A63B-52F48ED57866}">
      <dsp:nvSpPr>
        <dsp:cNvPr id="0" name=""/>
        <dsp:cNvSpPr/>
      </dsp:nvSpPr>
      <dsp:spPr>
        <a:xfrm>
          <a:off x="248766" y="3029146"/>
          <a:ext cx="96899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88B9B7-6BD6-4242-A4F6-224583E9BB18}" type="datetime1">
              <a:rPr lang="pt-BR" smtClean="0"/>
              <a:t>23/08/2024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D84F729-B429-487C-A996-6CE0DFB5385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2869989-EB00-4EE7-BCB5-25BDC5BB29F8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1978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75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938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748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623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581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89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840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218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935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9407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598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334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498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47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890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216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55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g991c7bf9be_0_3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4" name="Google Shape;3364;g991c7bf9be_0_3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855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95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8605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932607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7598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693830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F844F69-8BBE-4C0B-965F-D17F50C8E650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5228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508907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9255935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924294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10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366801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322223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2448D2F-AAA1-4653-A481-7B5ED7BDBDE4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189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B013ED8-F4B4-4F30-B7C2-A6788BD28F54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8902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CBB6756-E328-45B4-9729-AED1BB3D4F1C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710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8BB9C0B-30C1-4098-A00E-9E52247614B8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6969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507843-ABCF-494F-B7D1-5CD683FF439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4910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590F081-085E-4A91-8AEE-412E2B2E44E7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54896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9B97B35-6306-4739-8D41-73F459560249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56873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CE655499-0B49-4ACF-A0C3-1633105F01A8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04870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F3012-6FFA-4CFB-AF49-134B548430C8}" type="datetime1">
              <a:rPr lang="pt-BR" smtClean="0"/>
              <a:t>23/08/2024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Adicionar um rodapé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7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FAD7D64-00D0-4C29-96BD-EA941905FAF2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72755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7107C6E-9BC5-4B19-A7C3-8DD956469CF0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8976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A04F1B8F-DFE3-4BF7-B882-95DE566932B5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o 95">
            <a:extLst>
              <a:ext uri="{FF2B5EF4-FFF2-40B4-BE49-F238E27FC236}">
                <a16:creationId xmlns:a16="http://schemas.microsoft.com/office/drawing/2014/main" id="{5757D089-1069-49FC-99FF-57E2E9E74007}"/>
              </a:ext>
            </a:extLst>
          </p:cNvPr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FA003823-06A4-4DDE-BB00-06548071B945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84758F1E-A479-4F32-BC95-D1462E7A8149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51161865-ED46-481D-A241-C4A5FDB61262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44D2EC5-A99A-44AC-BE8D-5D1CA8196A89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E6F45C9-6133-431A-A09A-98EA4B78783A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68C908F2-C007-4CDF-B88C-7F91A9BC326E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0ADA3709-6CFB-4424-86FC-F76C9E57106F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5F6B05EA-F82A-4A0F-A3E9-AFA623B634C1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6EDEA2AA-CC23-44EA-BCBA-8D3ABD8A4E17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EC2BA5FB-0BE4-4753-AD68-C10A43502BBB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CD35204A-D844-439B-B9CD-FF660915FE1A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FDF0BBA8-C716-45D1-B562-C2C46EC3FBA0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8D483675-7DCA-4639-B1B4-7E4A605984E3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4A9E48A8-D830-4CA9-999C-6BE4B49FAE5B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0BE32CE5-7AEA-436F-943A-E3F6421E365C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2E6AA6DF-B3A7-49EB-8487-59FEFBC028D3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o 112">
              <a:extLst>
                <a:ext uri="{FF2B5EF4-FFF2-40B4-BE49-F238E27FC236}">
                  <a16:creationId xmlns:a16="http://schemas.microsoft.com/office/drawing/2014/main" id="{75520DEA-6547-4085-A4C5-BB4603E65636}"/>
                </a:ext>
              </a:extLst>
            </p:cNvPr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6" name="Conector reto 45">
                <a:extLst>
                  <a:ext uri="{FF2B5EF4-FFF2-40B4-BE49-F238E27FC236}">
                    <a16:creationId xmlns:a16="http://schemas.microsoft.com/office/drawing/2014/main" id="{A1A03F36-17DE-41CB-82D5-7354E06B2EA2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to 46">
                <a:extLst>
                  <a:ext uri="{FF2B5EF4-FFF2-40B4-BE49-F238E27FC236}">
                    <a16:creationId xmlns:a16="http://schemas.microsoft.com/office/drawing/2014/main" id="{DB181E68-249B-4C96-96E6-724CC1418948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to 47">
                <a:extLst>
                  <a:ext uri="{FF2B5EF4-FFF2-40B4-BE49-F238E27FC236}">
                    <a16:creationId xmlns:a16="http://schemas.microsoft.com/office/drawing/2014/main" id="{1A5A847D-EC73-4304-A13A-0B6AF241C6B1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>
                <a:extLst>
                  <a:ext uri="{FF2B5EF4-FFF2-40B4-BE49-F238E27FC236}">
                    <a16:creationId xmlns:a16="http://schemas.microsoft.com/office/drawing/2014/main" id="{FEBBAEE8-D00F-44C7-BE45-8B20B1859B9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to 49">
                <a:extLst>
                  <a:ext uri="{FF2B5EF4-FFF2-40B4-BE49-F238E27FC236}">
                    <a16:creationId xmlns:a16="http://schemas.microsoft.com/office/drawing/2014/main" id="{7AC2E1A8-A4D3-46A6-895A-F9B200CE1245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upo 135">
                <a:extLst>
                  <a:ext uri="{FF2B5EF4-FFF2-40B4-BE49-F238E27FC236}">
                    <a16:creationId xmlns:a16="http://schemas.microsoft.com/office/drawing/2014/main" id="{D2F21B28-252F-4930-94CA-6A67E851D69B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7" name="Conector reto 56">
                  <a:extLst>
                    <a:ext uri="{FF2B5EF4-FFF2-40B4-BE49-F238E27FC236}">
                      <a16:creationId xmlns:a16="http://schemas.microsoft.com/office/drawing/2014/main" id="{2F2C5181-36C8-422E-964C-D144FD87D300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reto 57">
                  <a:extLst>
                    <a:ext uri="{FF2B5EF4-FFF2-40B4-BE49-F238E27FC236}">
                      <a16:creationId xmlns:a16="http://schemas.microsoft.com/office/drawing/2014/main" id="{ECF1BAFF-777D-458D-B27A-25694BC8D792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ector reto 58">
                  <a:extLst>
                    <a:ext uri="{FF2B5EF4-FFF2-40B4-BE49-F238E27FC236}">
                      <a16:creationId xmlns:a16="http://schemas.microsoft.com/office/drawing/2014/main" id="{F75AD2B1-650D-45B0-97E6-B17AB45A0D1A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to 59">
                  <a:extLst>
                    <a:ext uri="{FF2B5EF4-FFF2-40B4-BE49-F238E27FC236}">
                      <a16:creationId xmlns:a16="http://schemas.microsoft.com/office/drawing/2014/main" id="{DF78A47A-6C43-4CEB-B6D4-70038BE0814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Conector reto 60">
                  <a:extLst>
                    <a:ext uri="{FF2B5EF4-FFF2-40B4-BE49-F238E27FC236}">
                      <a16:creationId xmlns:a16="http://schemas.microsoft.com/office/drawing/2014/main" id="{EBBE8E2C-4206-4879-A11D-01ABC8270D0C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2" name="Conector reto 51">
                <a:extLst>
                  <a:ext uri="{FF2B5EF4-FFF2-40B4-BE49-F238E27FC236}">
                    <a16:creationId xmlns:a16="http://schemas.microsoft.com/office/drawing/2014/main" id="{AA3C652B-3089-49EE-9D94-5077516384DC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to 52">
                <a:extLst>
                  <a:ext uri="{FF2B5EF4-FFF2-40B4-BE49-F238E27FC236}">
                    <a16:creationId xmlns:a16="http://schemas.microsoft.com/office/drawing/2014/main" id="{4A34DFC2-87A1-41B0-85CA-C5BDFB14EBD8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to 53">
                <a:extLst>
                  <a:ext uri="{FF2B5EF4-FFF2-40B4-BE49-F238E27FC236}">
                    <a16:creationId xmlns:a16="http://schemas.microsoft.com/office/drawing/2014/main" id="{F62F9D25-D3B2-4E3B-A60B-D1209CD6D76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to 54">
                <a:extLst>
                  <a:ext uri="{FF2B5EF4-FFF2-40B4-BE49-F238E27FC236}">
                    <a16:creationId xmlns:a16="http://schemas.microsoft.com/office/drawing/2014/main" id="{342E1AEE-4033-42C9-87B1-AE42C980480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ector reto 55">
                <a:extLst>
                  <a:ext uri="{FF2B5EF4-FFF2-40B4-BE49-F238E27FC236}">
                    <a16:creationId xmlns:a16="http://schemas.microsoft.com/office/drawing/2014/main" id="{04B9C40B-CFB2-4A7E-B459-7608596A369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upo 113">
              <a:extLst>
                <a:ext uri="{FF2B5EF4-FFF2-40B4-BE49-F238E27FC236}">
                  <a16:creationId xmlns:a16="http://schemas.microsoft.com/office/drawing/2014/main" id="{56B49EA3-97FE-4604-B4ED-108C39C8984E}"/>
                </a:ext>
              </a:extLst>
            </p:cNvPr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id="{1BFAB550-044F-43F8-8EBF-D220EFAF6D72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to 30">
                <a:extLst>
                  <a:ext uri="{FF2B5EF4-FFF2-40B4-BE49-F238E27FC236}">
                    <a16:creationId xmlns:a16="http://schemas.microsoft.com/office/drawing/2014/main" id="{ED4C9EAD-AE8C-44F0-9AE0-06B70156346C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to 31">
                <a:extLst>
                  <a:ext uri="{FF2B5EF4-FFF2-40B4-BE49-F238E27FC236}">
                    <a16:creationId xmlns:a16="http://schemas.microsoft.com/office/drawing/2014/main" id="{D22132F5-9958-49E4-9A8F-205BD2BD379E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to 32">
                <a:extLst>
                  <a:ext uri="{FF2B5EF4-FFF2-40B4-BE49-F238E27FC236}">
                    <a16:creationId xmlns:a16="http://schemas.microsoft.com/office/drawing/2014/main" id="{3D6E7224-1B6C-4CCF-84B3-8571F5F578E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EB96CA4C-5096-443D-8854-FBDCBCFC469B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Grupo 119">
                <a:extLst>
                  <a:ext uri="{FF2B5EF4-FFF2-40B4-BE49-F238E27FC236}">
                    <a16:creationId xmlns:a16="http://schemas.microsoft.com/office/drawing/2014/main" id="{040BB97A-B400-4081-BD58-853A05AD0DD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1" name="Conector reto 40">
                  <a:extLst>
                    <a:ext uri="{FF2B5EF4-FFF2-40B4-BE49-F238E27FC236}">
                      <a16:creationId xmlns:a16="http://schemas.microsoft.com/office/drawing/2014/main" id="{5D4BC3AF-2D79-4509-BF5B-693B779BD0CC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to 41">
                  <a:extLst>
                    <a:ext uri="{FF2B5EF4-FFF2-40B4-BE49-F238E27FC236}">
                      <a16:creationId xmlns:a16="http://schemas.microsoft.com/office/drawing/2014/main" id="{EE9E4FEC-D3F7-4B5E-8EB6-3E632AA7C081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reto 42">
                  <a:extLst>
                    <a:ext uri="{FF2B5EF4-FFF2-40B4-BE49-F238E27FC236}">
                      <a16:creationId xmlns:a16="http://schemas.microsoft.com/office/drawing/2014/main" id="{EB4B247D-5515-4021-9A06-967764B6B258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onector reto 43">
                  <a:extLst>
                    <a:ext uri="{FF2B5EF4-FFF2-40B4-BE49-F238E27FC236}">
                      <a16:creationId xmlns:a16="http://schemas.microsoft.com/office/drawing/2014/main" id="{8E10BBD8-4818-4F25-B124-EE783137905E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ector reto 44">
                  <a:extLst>
                    <a:ext uri="{FF2B5EF4-FFF2-40B4-BE49-F238E27FC236}">
                      <a16:creationId xmlns:a16="http://schemas.microsoft.com/office/drawing/2014/main" id="{674BDB81-2EB6-4E40-B63F-81224ADD478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Conector reto 35">
                <a:extLst>
                  <a:ext uri="{FF2B5EF4-FFF2-40B4-BE49-F238E27FC236}">
                    <a16:creationId xmlns:a16="http://schemas.microsoft.com/office/drawing/2014/main" id="{BF1B4BA7-5635-47BF-8D54-D9418BD9BAB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to 36">
                <a:extLst>
                  <a:ext uri="{FF2B5EF4-FFF2-40B4-BE49-F238E27FC236}">
                    <a16:creationId xmlns:a16="http://schemas.microsoft.com/office/drawing/2014/main" id="{30C23775-40F9-49ED-BA1E-71E5182A68B5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to 37">
                <a:extLst>
                  <a:ext uri="{FF2B5EF4-FFF2-40B4-BE49-F238E27FC236}">
                    <a16:creationId xmlns:a16="http://schemas.microsoft.com/office/drawing/2014/main" id="{7BAC5E0E-08F6-4023-ADBC-FD4BC6D5B4AC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to 38">
                <a:extLst>
                  <a:ext uri="{FF2B5EF4-FFF2-40B4-BE49-F238E27FC236}">
                    <a16:creationId xmlns:a16="http://schemas.microsoft.com/office/drawing/2014/main" id="{BE77BF73-C6BB-4E7F-85EC-D4677CD32C8A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64672EC6-994A-4F2B-A877-5280AC7F176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9C64FE3-4FCE-479D-965C-74C34127875D}"/>
              </a:ext>
            </a:extLst>
          </p:cNvPr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64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95F64BD5-F8B4-4DC6-95C2-EABD5DC540D9}" type="datetime1">
              <a:rPr lang="pt-BR" noProof="0" smtClean="0"/>
              <a:t>23/08/2024</a:t>
            </a:fld>
            <a:endParaRPr lang="pt-B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  <a:endParaRPr lang="pt-B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7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www.cdc.gov%2Fdengue%2Fareaswithrisk%2Faround-the-world.html&amp;psig=AOvVaw1UvYMID_MlRUWZjAbiJ2r1&amp;ust=1600538657045000&amp;source=images&amp;cd=vfe&amp;ved=0CAMQjB1qFwoTCLCi0qKl8-sCFQAAAAAdAAAAABAV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hyperlink" Target="http://www.bing.com/images/search?q=obras+paradas&amp;view=detailv2&amp;&amp;id=B651A07C0F290CA07C173DC457132FA000FB2AD8&amp;selectedIndex=0&amp;ccid=DymwiDfl&amp;simid=607990533578820785&amp;thid=OIP.M0f29b08837e55265cc9e5979d6a21c91o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vigent.saude.sp.gov.br/sisawebinf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1">
            <a:extLst>
              <a:ext uri="{FF2B5EF4-FFF2-40B4-BE49-F238E27FC236}">
                <a16:creationId xmlns:a16="http://schemas.microsoft.com/office/drawing/2014/main" id="{A8B2C339-2358-4797-A6D1-B43950C9E68C}"/>
              </a:ext>
            </a:extLst>
          </p:cNvPr>
          <p:cNvSpPr txBox="1">
            <a:spLocks/>
          </p:cNvSpPr>
          <p:nvPr/>
        </p:nvSpPr>
        <p:spPr>
          <a:xfrm>
            <a:off x="237484" y="113483"/>
            <a:ext cx="11568546" cy="1260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Secretaria Estadual de Saúde – SES/SP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Coordenadoria de Controle de Doenças – CCD</a:t>
            </a:r>
            <a:br>
              <a:rPr kumimoji="0" lang="pt-BR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Programa de Pós-graduação em Ciências</a:t>
            </a:r>
            <a:br>
              <a:rPr kumimoji="0" lang="pt-BR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23" name="Subtítulo 2">
            <a:extLst>
              <a:ext uri="{FF2B5EF4-FFF2-40B4-BE49-F238E27FC236}">
                <a16:creationId xmlns:a16="http://schemas.microsoft.com/office/drawing/2014/main" id="{852DCDAC-75DA-4529-8A41-D986A60AE76E}"/>
              </a:ext>
            </a:extLst>
          </p:cNvPr>
          <p:cNvSpPr txBox="1">
            <a:spLocks/>
          </p:cNvSpPr>
          <p:nvPr/>
        </p:nvSpPr>
        <p:spPr>
          <a:xfrm>
            <a:off x="1081314" y="2909793"/>
            <a:ext cx="10029372" cy="1428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sistema de Informação SisaWeb no controle vetorial da Dengue nos municípios de São Paulo/SP</a:t>
            </a:r>
          </a:p>
        </p:txBody>
      </p:sp>
      <p:sp>
        <p:nvSpPr>
          <p:cNvPr id="24" name="Subtítulo 2">
            <a:extLst>
              <a:ext uri="{FF2B5EF4-FFF2-40B4-BE49-F238E27FC236}">
                <a16:creationId xmlns:a16="http://schemas.microsoft.com/office/drawing/2014/main" id="{16A81A52-A896-42AD-849C-FEB429C0B5E4}"/>
              </a:ext>
            </a:extLst>
          </p:cNvPr>
          <p:cNvSpPr txBox="1">
            <a:spLocks/>
          </p:cNvSpPr>
          <p:nvPr/>
        </p:nvSpPr>
        <p:spPr>
          <a:xfrm>
            <a:off x="1242008" y="4338740"/>
            <a:ext cx="10029372" cy="561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 Carolina Dias Bocewicz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5EFC4D-0DD8-E371-9DEA-ADED0ECD7181}"/>
              </a:ext>
            </a:extLst>
          </p:cNvPr>
          <p:cNvSpPr txBox="1"/>
          <p:nvPr/>
        </p:nvSpPr>
        <p:spPr>
          <a:xfrm>
            <a:off x="3048778" y="5926743"/>
            <a:ext cx="609755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b="1" dirty="0">
                <a:solidFill>
                  <a:prstClr val="black"/>
                </a:solidFill>
                <a:latin typeface="Calibri" panose="020F0502020204030204"/>
              </a:rPr>
              <a:t>Agosto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/2024</a:t>
            </a:r>
          </a:p>
        </p:txBody>
      </p:sp>
      <p:pic>
        <p:nvPicPr>
          <p:cNvPr id="3" name="Google Shape;102;p1">
            <a:extLst>
              <a:ext uri="{FF2B5EF4-FFF2-40B4-BE49-F238E27FC236}">
                <a16:creationId xmlns:a16="http://schemas.microsoft.com/office/drawing/2014/main" id="{C9928D50-437F-A417-BE47-426EC78FCC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2391" y="148060"/>
            <a:ext cx="1813551" cy="8529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4543D0A-1112-418B-9FB9-8B68CD0FF46B}"/>
              </a:ext>
            </a:extLst>
          </p:cNvPr>
          <p:cNvSpPr txBox="1"/>
          <p:nvPr/>
        </p:nvSpPr>
        <p:spPr>
          <a:xfrm>
            <a:off x="3546928" y="969469"/>
            <a:ext cx="5852719" cy="41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PT" sz="2000" b="1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DENGUE ... O QUE É?</a:t>
            </a:r>
            <a:endParaRPr lang="pt-BR" sz="1200" dirty="0"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234FAD-5C38-0E96-8B18-160208841E5E}"/>
              </a:ext>
            </a:extLst>
          </p:cNvPr>
          <p:cNvSpPr txBox="1"/>
          <p:nvPr/>
        </p:nvSpPr>
        <p:spPr>
          <a:xfrm>
            <a:off x="5910943" y="-2341"/>
            <a:ext cx="6281057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CONCEITOS DENGUE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294FC10-C1CE-205B-F279-B297856A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2</a:t>
            </a:fld>
            <a:endParaRPr lang="pt-BR" noProof="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0DD4B55-AD14-3EC7-7239-3BF2B509B878}"/>
              </a:ext>
            </a:extLst>
          </p:cNvPr>
          <p:cNvSpPr txBox="1"/>
          <p:nvPr/>
        </p:nvSpPr>
        <p:spPr>
          <a:xfrm>
            <a:off x="385848" y="1839625"/>
            <a:ext cx="3094771" cy="41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PT" sz="2000" b="1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QUEM CAUSA A DENGUE?</a:t>
            </a:r>
            <a:endParaRPr lang="pt-BR" sz="1200" dirty="0"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D063328-B333-9FF3-6AA0-DADB81866BA4}"/>
              </a:ext>
            </a:extLst>
          </p:cNvPr>
          <p:cNvSpPr txBox="1"/>
          <p:nvPr/>
        </p:nvSpPr>
        <p:spPr>
          <a:xfrm>
            <a:off x="3146323" y="44437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COMO PODEMOS PREVENIR A DENGUE?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966426-FECD-B07E-F0EC-71BA47239475}"/>
              </a:ext>
            </a:extLst>
          </p:cNvPr>
          <p:cNvSpPr txBox="1"/>
          <p:nvPr/>
        </p:nvSpPr>
        <p:spPr>
          <a:xfrm>
            <a:off x="6961245" y="1840776"/>
            <a:ext cx="3094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QUEM É o </a:t>
            </a:r>
            <a:r>
              <a:rPr lang="pt-BR" b="1" i="1" dirty="0"/>
              <a:t>Aedes aegypti</a:t>
            </a:r>
            <a:r>
              <a:rPr lang="pt-BR" b="1" dirty="0"/>
              <a:t>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4F475C6-41B9-347D-483E-557CCEF2D7A1}"/>
              </a:ext>
            </a:extLst>
          </p:cNvPr>
          <p:cNvSpPr txBox="1"/>
          <p:nvPr/>
        </p:nvSpPr>
        <p:spPr>
          <a:xfrm>
            <a:off x="5378245" y="1730477"/>
            <a:ext cx="124869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70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4543D0A-1112-418B-9FB9-8B68CD0FF46B}"/>
              </a:ext>
            </a:extLst>
          </p:cNvPr>
          <p:cNvSpPr txBox="1"/>
          <p:nvPr/>
        </p:nvSpPr>
        <p:spPr>
          <a:xfrm>
            <a:off x="243280" y="409029"/>
            <a:ext cx="5852719" cy="280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pt-PT" b="1" dirty="0">
              <a:solidFill>
                <a:srgbClr val="222222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PT" sz="2000" b="1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DENGUE</a:t>
            </a:r>
          </a:p>
          <a:p>
            <a:pPr marL="285750" indent="-285750" algn="just">
              <a:lnSpc>
                <a:spcPts val="27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cs typeface="Arial" panose="020B0604020202020204" pitchFamily="34" charset="0"/>
              </a:rPr>
              <a:t>Problema de saúde pública mundial – expansão: áreas tropical,  subtropical</a:t>
            </a:r>
            <a:r>
              <a:rPr lang="pt-BR" dirty="0">
                <a:cs typeface="Arial" panose="020B0604020202020204" pitchFamily="34" charset="0"/>
              </a:rPr>
              <a:t> </a:t>
            </a:r>
            <a:r>
              <a:rPr lang="pt-BR" sz="1200" dirty="0">
                <a:cs typeface="Arial" panose="020B0604020202020204" pitchFamily="34" charset="0"/>
              </a:rPr>
              <a:t>(1, 2)</a:t>
            </a:r>
            <a:endParaRPr lang="pt-BR" sz="1200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 marL="285750" indent="-285750" algn="just">
              <a:lnSpc>
                <a:spcPts val="27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Américas – área das mais afetadas pela dengue  6.769.140 casos notificados (até 16ª SE/2024) – 206% de 2023. </a:t>
            </a:r>
            <a:r>
              <a:rPr lang="pt-BR" sz="12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>
                <a:ea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sz="12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sz="1200" dirty="0"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59A3EE-E64E-4A01-A460-4B65F1B89A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913" t="12380" r="14592" b="9116"/>
          <a:stretch/>
        </p:blipFill>
        <p:spPr>
          <a:xfrm>
            <a:off x="6572706" y="388438"/>
            <a:ext cx="5342488" cy="433883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BC4EECE-B31A-46BE-AF80-E8C92A695395}"/>
              </a:ext>
            </a:extLst>
          </p:cNvPr>
          <p:cNvSpPr txBox="1"/>
          <p:nvPr/>
        </p:nvSpPr>
        <p:spPr>
          <a:xfrm>
            <a:off x="7070132" y="5176608"/>
            <a:ext cx="5121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Fonte: https://www.cdc.gov/dengue/areaswithrisk/around-the-world.html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38851D-F26E-478F-AF1F-B9F1F3128D25}"/>
              </a:ext>
            </a:extLst>
          </p:cNvPr>
          <p:cNvSpPr txBox="1"/>
          <p:nvPr/>
        </p:nvSpPr>
        <p:spPr>
          <a:xfrm>
            <a:off x="7070132" y="4748274"/>
            <a:ext cx="4805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br>
              <a:rPr lang="en-US" sz="1400" b="1" i="0" u="none" strike="noStrike" dirty="0">
                <a:solidFill>
                  <a:srgbClr val="F1F3F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</a:br>
            <a:r>
              <a:rPr lang="en-US" sz="1400" b="1" dirty="0">
                <a:cs typeface="Arial" panose="020B0604020202020204" pitchFamily="34" charset="0"/>
              </a:rPr>
              <a:t>Figura 1- Dengue pelo Mundo</a:t>
            </a:r>
            <a:endParaRPr lang="pt-BR" sz="1400" b="1" dirty="0"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234FAD-5C38-0E96-8B18-160208841E5E}"/>
              </a:ext>
            </a:extLst>
          </p:cNvPr>
          <p:cNvSpPr txBox="1"/>
          <p:nvPr/>
        </p:nvSpPr>
        <p:spPr>
          <a:xfrm>
            <a:off x="5910943" y="-2341"/>
            <a:ext cx="6281057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 ATUAL DA DENGUE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282259-8EF6-A575-2931-63F713AD6782}"/>
              </a:ext>
            </a:extLst>
          </p:cNvPr>
          <p:cNvSpPr txBox="1"/>
          <p:nvPr/>
        </p:nvSpPr>
        <p:spPr>
          <a:xfrm>
            <a:off x="251523" y="3357370"/>
            <a:ext cx="6005803" cy="190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7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cs typeface="Arial" panose="020B0604020202020204" pitchFamily="34" charset="0"/>
              </a:rPr>
              <a:t>Brasil – maior número de casos de dengue nas Américas - aumento significativo de casos em 2024</a:t>
            </a:r>
            <a:r>
              <a:rPr lang="pt-BR" dirty="0">
                <a:cs typeface="Arial" panose="020B0604020202020204" pitchFamily="34" charset="0"/>
              </a:rPr>
              <a:t>.</a:t>
            </a:r>
            <a:r>
              <a:rPr lang="pt-BR" sz="1200" dirty="0">
                <a:cs typeface="Arial" panose="020B0604020202020204" pitchFamily="34" charset="0"/>
              </a:rPr>
              <a:t>(3)</a:t>
            </a:r>
          </a:p>
          <a:p>
            <a:pPr marL="285750" indent="-285750" algn="just">
              <a:lnSpc>
                <a:spcPts val="2700"/>
              </a:lnSpc>
              <a:spcAft>
                <a:spcPts val="800"/>
              </a:spcAft>
              <a:buFont typeface="Wingdings" panose="05000000000000000000" pitchFamily="2" charset="2"/>
              <a:buChar char="§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São Paulo – a</a:t>
            </a:r>
            <a:r>
              <a:rPr lang="pt-BR" sz="2000" dirty="0">
                <a:cs typeface="Arial" panose="020B0604020202020204" pitchFamily="34" charset="0"/>
              </a:rPr>
              <a:t>umento progressivo de casos </a:t>
            </a:r>
            <a:r>
              <a:rPr lang="pt-BR" sz="1200" dirty="0">
                <a:cs typeface="Arial" panose="020B0604020202020204" pitchFamily="34" charset="0"/>
              </a:rPr>
              <a:t>(4), </a:t>
            </a:r>
            <a:r>
              <a:rPr lang="pt-BR" sz="2000" dirty="0">
                <a:cs typeface="Arial" panose="020B0604020202020204" pitchFamily="34" charset="0"/>
              </a:rPr>
              <a:t>existindo uma grande preocupação diante condições proliferação vetorial e  novas epidemias.</a:t>
            </a:r>
            <a:r>
              <a:rPr lang="pt-BR" sz="1200" dirty="0">
                <a:cs typeface="Arial" panose="020B0604020202020204" pitchFamily="34" charset="0"/>
              </a:rPr>
              <a:t>(5)</a:t>
            </a:r>
            <a:endParaRPr lang="pt-BR" sz="1200" dirty="0">
              <a:highlight>
                <a:srgbClr val="FFFF00"/>
              </a:highlight>
              <a:cs typeface="Arial" panose="020B0604020202020204" pitchFamily="34" charset="0"/>
            </a:endParaRP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294FC10-C1CE-205B-F279-B297856A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8793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4543D0A-1112-418B-9FB9-8B68CD0FF46B}"/>
              </a:ext>
            </a:extLst>
          </p:cNvPr>
          <p:cNvSpPr txBox="1"/>
          <p:nvPr/>
        </p:nvSpPr>
        <p:spPr>
          <a:xfrm>
            <a:off x="36802" y="409029"/>
            <a:ext cx="5852719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PT" sz="2800" b="1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Arbovirose</a:t>
            </a:r>
            <a:endParaRPr lang="pt-PT" sz="2800" b="1" dirty="0">
              <a:solidFill>
                <a:srgbClr val="222222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pt-PT" sz="2000" b="1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algn="ctr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dirty="0"/>
              <a:t>infecção causada por </a:t>
            </a:r>
            <a:r>
              <a:rPr lang="pt-BR" b="1" dirty="0"/>
              <a:t>arbovírus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234FAD-5C38-0E96-8B18-160208841E5E}"/>
              </a:ext>
            </a:extLst>
          </p:cNvPr>
          <p:cNvSpPr txBox="1"/>
          <p:nvPr/>
        </p:nvSpPr>
        <p:spPr>
          <a:xfrm>
            <a:off x="5910943" y="-2341"/>
            <a:ext cx="6281057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DENGUE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282259-8EF6-A575-2931-63F713AD6782}"/>
              </a:ext>
            </a:extLst>
          </p:cNvPr>
          <p:cNvSpPr txBox="1"/>
          <p:nvPr/>
        </p:nvSpPr>
        <p:spPr>
          <a:xfrm>
            <a:off x="5476567" y="1715382"/>
            <a:ext cx="6105833" cy="86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dirty="0"/>
              <a:t>O termo "arbovírus" vem de "</a:t>
            </a:r>
            <a:r>
              <a:rPr lang="pt-BR" sz="2000" dirty="0" err="1"/>
              <a:t>Arthropod</a:t>
            </a:r>
            <a:r>
              <a:rPr lang="pt-BR" sz="2000" dirty="0"/>
              <a:t>-Borne </a:t>
            </a:r>
            <a:r>
              <a:rPr lang="pt-BR" sz="2000" dirty="0" err="1"/>
              <a:t>virus</a:t>
            </a:r>
            <a:r>
              <a:rPr lang="pt-BR" sz="2000" dirty="0"/>
              <a:t>“</a:t>
            </a:r>
          </a:p>
          <a:p>
            <a:pPr algn="ctr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000" b="1" dirty="0"/>
              <a:t>vírus transmitidos por artrópodes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294FC10-C1CE-205B-F279-B297856A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4</a:t>
            </a:fld>
            <a:endParaRPr lang="pt-BR" noProof="0" dirty="0"/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5454013C-75B5-834A-AE90-B2C759F7ED66}"/>
              </a:ext>
            </a:extLst>
          </p:cNvPr>
          <p:cNvSpPr/>
          <p:nvPr/>
        </p:nvSpPr>
        <p:spPr>
          <a:xfrm>
            <a:off x="2703868" y="834109"/>
            <a:ext cx="501446" cy="3850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F864E5B4-2786-7936-6CFD-31D51D35C07C}"/>
              </a:ext>
            </a:extLst>
          </p:cNvPr>
          <p:cNvSpPr/>
          <p:nvPr/>
        </p:nvSpPr>
        <p:spPr>
          <a:xfrm rot="16200000">
            <a:off x="4879803" y="1775194"/>
            <a:ext cx="484632" cy="4370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0AD29DCF-D9F0-E60A-9FDD-91956DF8D29C}"/>
              </a:ext>
            </a:extLst>
          </p:cNvPr>
          <p:cNvSpPr/>
          <p:nvPr/>
        </p:nvSpPr>
        <p:spPr>
          <a:xfrm>
            <a:off x="9443900" y="2530181"/>
            <a:ext cx="501446" cy="3850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A03ACE-4AAE-A879-4427-1CF390C6056E}"/>
              </a:ext>
            </a:extLst>
          </p:cNvPr>
          <p:cNvSpPr txBox="1"/>
          <p:nvPr/>
        </p:nvSpPr>
        <p:spPr>
          <a:xfrm>
            <a:off x="8072298" y="2990304"/>
            <a:ext cx="3215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1" dirty="0"/>
              <a:t>Aedes aegypti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38E6908-3B5C-D4E1-7737-6A2D19BC142A}"/>
              </a:ext>
            </a:extLst>
          </p:cNvPr>
          <p:cNvSpPr txBox="1"/>
          <p:nvPr/>
        </p:nvSpPr>
        <p:spPr>
          <a:xfrm>
            <a:off x="5938687" y="2978331"/>
            <a:ext cx="23499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effectLst/>
                <a:ea typeface="Arial" panose="020B0604020202020204" pitchFamily="34" charset="0"/>
              </a:rPr>
              <a:t>4 sorotipos distintos do víru</a:t>
            </a:r>
            <a:r>
              <a:rPr lang="pt-BR" sz="2400" dirty="0">
                <a:ea typeface="Arial" panose="020B0604020202020204" pitchFamily="34" charset="0"/>
              </a:rPr>
              <a:t>s:</a:t>
            </a:r>
            <a:r>
              <a:rPr lang="pt-BR" sz="2400" dirty="0">
                <a:effectLst/>
                <a:ea typeface="Arial" panose="020B0604020202020204" pitchFamily="34" charset="0"/>
              </a:rPr>
              <a:t> </a:t>
            </a:r>
            <a:endParaRPr lang="pt-BR" sz="2400" dirty="0">
              <a:ea typeface="Arial" panose="020B0604020202020204" pitchFamily="34" charset="0"/>
            </a:endParaRPr>
          </a:p>
          <a:p>
            <a:pPr algn="ctr"/>
            <a:r>
              <a:rPr lang="pt-BR" sz="2400" b="1" dirty="0">
                <a:effectLst/>
                <a:ea typeface="Arial" panose="020B0604020202020204" pitchFamily="34" charset="0"/>
              </a:rPr>
              <a:t>DENV1</a:t>
            </a:r>
            <a:endParaRPr lang="pt-BR" sz="2400" b="1" dirty="0">
              <a:ea typeface="Arial" panose="020B0604020202020204" pitchFamily="34" charset="0"/>
            </a:endParaRPr>
          </a:p>
          <a:p>
            <a:pPr algn="ctr"/>
            <a:r>
              <a:rPr lang="pt-BR" sz="2400" b="1" dirty="0">
                <a:effectLst/>
                <a:ea typeface="Arial" panose="020B0604020202020204" pitchFamily="34" charset="0"/>
              </a:rPr>
              <a:t>DENV2</a:t>
            </a:r>
          </a:p>
          <a:p>
            <a:pPr algn="ctr"/>
            <a:r>
              <a:rPr lang="pt-BR" sz="2400" b="1" dirty="0">
                <a:effectLst/>
                <a:ea typeface="Arial" panose="020B0604020202020204" pitchFamily="34" charset="0"/>
              </a:rPr>
              <a:t>DENV3</a:t>
            </a:r>
          </a:p>
          <a:p>
            <a:pPr algn="ctr"/>
            <a:r>
              <a:rPr lang="pt-BR" sz="2400" b="1" dirty="0">
                <a:effectLst/>
                <a:ea typeface="Arial" panose="020B0604020202020204" pitchFamily="34" charset="0"/>
              </a:rPr>
              <a:t>DENV4</a:t>
            </a:r>
            <a:endParaRPr lang="pt-BR" sz="2400" b="1" dirty="0"/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A6534BA1-ADFD-3BB4-AA28-8730770EC621}"/>
              </a:ext>
            </a:extLst>
          </p:cNvPr>
          <p:cNvSpPr/>
          <p:nvPr/>
        </p:nvSpPr>
        <p:spPr>
          <a:xfrm>
            <a:off x="6784269" y="2574427"/>
            <a:ext cx="501446" cy="3850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570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A234FAD-5C38-0E96-8B18-160208841E5E}"/>
              </a:ext>
            </a:extLst>
          </p:cNvPr>
          <p:cNvSpPr txBox="1"/>
          <p:nvPr/>
        </p:nvSpPr>
        <p:spPr>
          <a:xfrm>
            <a:off x="5910943" y="-2341"/>
            <a:ext cx="6281057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DENGUE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294FC10-C1CE-205B-F279-B297856A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5</a:t>
            </a:fld>
            <a:endParaRPr lang="pt-BR" noProof="0" dirty="0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976505DE-8BB2-4C5D-5D9C-2A6EC67D56D6}"/>
              </a:ext>
            </a:extLst>
          </p:cNvPr>
          <p:cNvSpPr/>
          <p:nvPr/>
        </p:nvSpPr>
        <p:spPr>
          <a:xfrm rot="16200000">
            <a:off x="5518901" y="1244253"/>
            <a:ext cx="484632" cy="4370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ABB6886-E329-6BC4-B4D1-B073F8134D70}"/>
              </a:ext>
            </a:extLst>
          </p:cNvPr>
          <p:cNvSpPr txBox="1"/>
          <p:nvPr/>
        </p:nvSpPr>
        <p:spPr>
          <a:xfrm>
            <a:off x="1946788" y="728884"/>
            <a:ext cx="32151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Outras arboviroses:</a:t>
            </a:r>
          </a:p>
          <a:p>
            <a:r>
              <a:rPr lang="pt-BR" sz="2400" dirty="0"/>
              <a:t>Zika</a:t>
            </a:r>
          </a:p>
          <a:p>
            <a:r>
              <a:rPr lang="pt-BR" sz="2400" dirty="0"/>
              <a:t>Chikungunya</a:t>
            </a:r>
          </a:p>
          <a:p>
            <a:r>
              <a:rPr lang="pt-BR" sz="2400" dirty="0"/>
              <a:t>Febre Amarela urbana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6B3DE56-BD07-F2EF-F08A-3149348263A7}"/>
              </a:ext>
            </a:extLst>
          </p:cNvPr>
          <p:cNvSpPr txBox="1"/>
          <p:nvPr/>
        </p:nvSpPr>
        <p:spPr>
          <a:xfrm>
            <a:off x="6513884" y="1146757"/>
            <a:ext cx="32151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O que essas doenças tem em comum?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0AD29DCF-D9F0-E60A-9FDD-91956DF8D29C}"/>
              </a:ext>
            </a:extLst>
          </p:cNvPr>
          <p:cNvSpPr/>
          <p:nvPr/>
        </p:nvSpPr>
        <p:spPr>
          <a:xfrm>
            <a:off x="8008389" y="2058232"/>
            <a:ext cx="501446" cy="3850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A03ACE-4AAE-A879-4427-1CF390C6056E}"/>
              </a:ext>
            </a:extLst>
          </p:cNvPr>
          <p:cNvSpPr txBox="1"/>
          <p:nvPr/>
        </p:nvSpPr>
        <p:spPr>
          <a:xfrm>
            <a:off x="6735110" y="2577355"/>
            <a:ext cx="3215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1" dirty="0"/>
              <a:t>Aedes aegypti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797F9F-D4BB-3301-E02C-92F60A5801A9}"/>
              </a:ext>
            </a:extLst>
          </p:cNvPr>
          <p:cNvSpPr txBox="1"/>
          <p:nvPr/>
        </p:nvSpPr>
        <p:spPr>
          <a:xfrm>
            <a:off x="2271252" y="3401566"/>
            <a:ext cx="9019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Inseto</a:t>
            </a:r>
          </a:p>
          <a:p>
            <a:pPr marL="285750" indent="-285750">
              <a:buFontTx/>
              <a:buChar char="-"/>
            </a:pPr>
            <a:r>
              <a:rPr lang="pt-B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hábitos preferencialmente diurnos</a:t>
            </a:r>
          </a:p>
          <a:p>
            <a:pPr marL="285750" indent="-285750">
              <a:buFontTx/>
              <a:buChar char="-"/>
            </a:pPr>
            <a:r>
              <a:rPr lang="pt-B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fêmea, no período reprodutivo, ao se alimentar do sangue de uma pessoa infectada, pode transmitir o vírus para outras pessoas por meio de sua picada 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F788B5-3B45-2240-51B0-9E1108B6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728" y="4700051"/>
            <a:ext cx="2778851" cy="15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8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4543D0A-1112-418B-9FB9-8B68CD0FF46B}"/>
              </a:ext>
            </a:extLst>
          </p:cNvPr>
          <p:cNvSpPr txBox="1"/>
          <p:nvPr/>
        </p:nvSpPr>
        <p:spPr>
          <a:xfrm>
            <a:off x="36802" y="409029"/>
            <a:ext cx="5852719" cy="44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PT" sz="2800" b="1" dirty="0">
                <a:solidFill>
                  <a:srgbClr val="22222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CICLO DE VIDA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234FAD-5C38-0E96-8B18-160208841E5E}"/>
              </a:ext>
            </a:extLst>
          </p:cNvPr>
          <p:cNvSpPr txBox="1"/>
          <p:nvPr/>
        </p:nvSpPr>
        <p:spPr>
          <a:xfrm>
            <a:off x="5910943" y="-2341"/>
            <a:ext cx="6281057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DENGUE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294FC10-C1CE-205B-F279-B297856A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6</a:t>
            </a:fld>
            <a:endParaRPr lang="pt-BR" noProof="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E1076D-C07E-940A-6ABD-90EEA8CBC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79" y="833802"/>
            <a:ext cx="4736429" cy="547538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7DDED07-E7D8-150C-E105-BE38ED561AA3}"/>
              </a:ext>
            </a:extLst>
          </p:cNvPr>
          <p:cNvSpPr txBox="1"/>
          <p:nvPr/>
        </p:nvSpPr>
        <p:spPr>
          <a:xfrm>
            <a:off x="6469626" y="1081148"/>
            <a:ext cx="48215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VARIA</a:t>
            </a:r>
          </a:p>
          <a:p>
            <a:pPr marL="285750" indent="-285750">
              <a:buFontTx/>
              <a:buChar char="-"/>
            </a:pPr>
            <a:r>
              <a:rPr lang="pt-B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Temperatura</a:t>
            </a:r>
          </a:p>
          <a:p>
            <a:pPr marL="285750" indent="-285750">
              <a:buFontTx/>
              <a:buChar char="-"/>
            </a:pPr>
            <a:r>
              <a:rPr lang="pt-BR" dirty="0">
                <a:latin typeface="Arial" panose="020B0604020202020204" pitchFamily="34" charset="0"/>
                <a:ea typeface="Arial" panose="020B0604020202020204" pitchFamily="34" charset="0"/>
              </a:rPr>
              <a:t>Presença de água</a:t>
            </a:r>
          </a:p>
          <a:p>
            <a:pPr marL="285750" indent="-285750">
              <a:buFontTx/>
              <a:buChar char="-"/>
            </a:pPr>
            <a:r>
              <a:rPr lang="pt-BR" dirty="0">
                <a:latin typeface="Arial" panose="020B0604020202020204" pitchFamily="34" charset="0"/>
              </a:rPr>
              <a:t>Disponibilidade de matéria orgânica</a:t>
            </a:r>
          </a:p>
          <a:p>
            <a:pPr marL="285750" indent="-285750">
              <a:buFontTx/>
              <a:buChar char="-"/>
            </a:pPr>
            <a:endParaRPr lang="pt-BR" dirty="0"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pt-BR" dirty="0">
              <a:latin typeface="Arial" panose="020B0604020202020204" pitchFamily="34" charset="0"/>
            </a:endParaRPr>
          </a:p>
          <a:p>
            <a:pPr algn="ctr"/>
            <a:r>
              <a:rPr lang="pt-BR" b="1" dirty="0">
                <a:latin typeface="Arial" panose="020B0604020202020204" pitchFamily="34" charset="0"/>
              </a:rPr>
              <a:t>PERÍODO 7 A 10 DIAS</a:t>
            </a:r>
          </a:p>
          <a:p>
            <a:pPr algn="ctr"/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6E97D7A-2274-8A4F-CAAE-A841D766F4D1}"/>
              </a:ext>
            </a:extLst>
          </p:cNvPr>
          <p:cNvSpPr txBox="1"/>
          <p:nvPr/>
        </p:nvSpPr>
        <p:spPr>
          <a:xfrm>
            <a:off x="5722380" y="387436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Eliminação de </a:t>
            </a:r>
            <a:r>
              <a:rPr lang="pt-BR" b="1" dirty="0">
                <a:solidFill>
                  <a:srgbClr val="FF0000"/>
                </a:solidFill>
              </a:rPr>
              <a:t>criadouros</a:t>
            </a:r>
          </a:p>
          <a:p>
            <a:pPr algn="ctr"/>
            <a:r>
              <a:rPr lang="pt-BR" dirty="0"/>
              <a:t>semanal</a:t>
            </a:r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Ciclo de vida do mosquito será interrompido</a:t>
            </a:r>
          </a:p>
        </p:txBody>
      </p:sp>
    </p:spTree>
    <p:extLst>
      <p:ext uri="{BB962C8B-B14F-4D97-AF65-F5344CB8AC3E}">
        <p14:creationId xmlns:p14="http://schemas.microsoft.com/office/powerpoint/2010/main" val="314371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4543D0A-1112-418B-9FB9-8B68CD0FF46B}"/>
              </a:ext>
            </a:extLst>
          </p:cNvPr>
          <p:cNvSpPr txBox="1"/>
          <p:nvPr/>
        </p:nvSpPr>
        <p:spPr>
          <a:xfrm>
            <a:off x="36802" y="409029"/>
            <a:ext cx="6177185" cy="446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2800" b="1" dirty="0"/>
              <a:t>CICLO DE TRANSMISSÃO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234FAD-5C38-0E96-8B18-160208841E5E}"/>
              </a:ext>
            </a:extLst>
          </p:cNvPr>
          <p:cNvSpPr txBox="1"/>
          <p:nvPr/>
        </p:nvSpPr>
        <p:spPr>
          <a:xfrm>
            <a:off x="5910943" y="-2341"/>
            <a:ext cx="6281057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DENGUE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294FC10-C1CE-205B-F279-B297856A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pt-BR" noProof="0" smtClean="0"/>
              <a:pPr rtl="0"/>
              <a:t>7</a:t>
            </a:fld>
            <a:endParaRPr lang="pt-BR" noProof="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7AE9DF-ADFA-066D-42D4-F5C4C22A94B9}"/>
              </a:ext>
            </a:extLst>
          </p:cNvPr>
          <p:cNvSpPr txBox="1"/>
          <p:nvPr/>
        </p:nvSpPr>
        <p:spPr>
          <a:xfrm>
            <a:off x="865226" y="1150374"/>
            <a:ext cx="1073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mosquito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0A5FCB-9B6C-EBD5-65B7-E35E4C010767}"/>
              </a:ext>
            </a:extLst>
          </p:cNvPr>
          <p:cNvSpPr txBox="1"/>
          <p:nvPr/>
        </p:nvSpPr>
        <p:spPr>
          <a:xfrm>
            <a:off x="3180719" y="18140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humano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3F2FBC-A792-9180-750C-4ABEC855F405}"/>
              </a:ext>
            </a:extLst>
          </p:cNvPr>
          <p:cNvSpPr txBox="1"/>
          <p:nvPr/>
        </p:nvSpPr>
        <p:spPr>
          <a:xfrm>
            <a:off x="5132434" y="1219201"/>
            <a:ext cx="107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ambiente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0921A66-664E-2032-D529-9E279B3B045D}"/>
              </a:ext>
            </a:extLst>
          </p:cNvPr>
          <p:cNvSpPr txBox="1"/>
          <p:nvPr/>
        </p:nvSpPr>
        <p:spPr>
          <a:xfrm>
            <a:off x="1366686" y="3575156"/>
            <a:ext cx="7708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pt-BR" dirty="0"/>
              <a:t>vírus: 4 sorotipos </a:t>
            </a:r>
          </a:p>
          <a:p>
            <a:pPr marL="285750" indent="-285750" algn="just">
              <a:buFontTx/>
              <a:buChar char="-"/>
            </a:pPr>
            <a:r>
              <a:rPr lang="pt-BR" dirty="0"/>
              <a:t>vetor: urbano, adaptado, </a:t>
            </a:r>
            <a:r>
              <a:rPr lang="pt-BR" dirty="0" err="1"/>
              <a:t>peridomiciliar</a:t>
            </a:r>
            <a:r>
              <a:rPr lang="pt-BR" dirty="0"/>
              <a:t>, </a:t>
            </a:r>
            <a:r>
              <a:rPr lang="pt-BR" dirty="0" err="1"/>
              <a:t>antropofílico</a:t>
            </a:r>
            <a:endParaRPr lang="pt-BR" dirty="0"/>
          </a:p>
          <a:p>
            <a:pPr marL="285750" indent="-285750" algn="just">
              <a:buFontTx/>
              <a:buChar char="-"/>
            </a:pPr>
            <a:r>
              <a:rPr lang="pt-BR" dirty="0"/>
              <a:t>aglomeração urbana</a:t>
            </a:r>
          </a:p>
          <a:p>
            <a:pPr marL="285750" indent="-285750" algn="just">
              <a:buFontTx/>
              <a:buChar char="-"/>
            </a:pPr>
            <a:r>
              <a:rPr lang="pt-BR" dirty="0"/>
              <a:t>acúmulo de resíduos</a:t>
            </a:r>
          </a:p>
          <a:p>
            <a:pPr marL="285750" indent="-285750" algn="just">
              <a:buFontTx/>
              <a:buChar char="-"/>
            </a:pPr>
            <a:r>
              <a:rPr lang="pt-BR" dirty="0"/>
              <a:t>descarte irregular </a:t>
            </a:r>
          </a:p>
          <a:p>
            <a:pPr marL="285750" indent="-285750" algn="just">
              <a:buFontTx/>
              <a:buChar char="-"/>
            </a:pPr>
            <a:r>
              <a:rPr lang="pt-BR" dirty="0"/>
              <a:t>mobilidade urbana</a:t>
            </a:r>
          </a:p>
          <a:p>
            <a:pPr marL="285750" indent="-285750" algn="just">
              <a:buFontTx/>
              <a:buChar char="-"/>
            </a:pPr>
            <a:r>
              <a:rPr lang="pt-BR" dirty="0"/>
              <a:t>mudança climática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2807D39-1A78-37E3-CDA5-239780F67D9E}"/>
              </a:ext>
            </a:extLst>
          </p:cNvPr>
          <p:cNvSpPr txBox="1"/>
          <p:nvPr/>
        </p:nvSpPr>
        <p:spPr>
          <a:xfrm>
            <a:off x="2703873" y="2743200"/>
            <a:ext cx="448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COMPLEXIDADE - MULTIFATORIAL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3E47F5F-71D5-544B-7356-6162B3B2B5D0}"/>
              </a:ext>
            </a:extLst>
          </p:cNvPr>
          <p:cNvSpPr txBox="1"/>
          <p:nvPr/>
        </p:nvSpPr>
        <p:spPr>
          <a:xfrm>
            <a:off x="3249552" y="99797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vírus</a:t>
            </a:r>
          </a:p>
        </p:txBody>
      </p:sp>
    </p:spTree>
    <p:extLst>
      <p:ext uri="{BB962C8B-B14F-4D97-AF65-F5344CB8AC3E}">
        <p14:creationId xmlns:p14="http://schemas.microsoft.com/office/powerpoint/2010/main" val="134085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64FBAA-425F-4CD2-AAE7-79A7B0A285F7}"/>
              </a:ext>
            </a:extLst>
          </p:cNvPr>
          <p:cNvSpPr txBox="1"/>
          <p:nvPr/>
        </p:nvSpPr>
        <p:spPr>
          <a:xfrm>
            <a:off x="6417578" y="-53617"/>
            <a:ext cx="5774422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/>
              <a:t>SITUAÇÃO ATUAL DA DENGUE – SÃO PAULO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F2531D7-0129-FD2B-B4B6-938CEA74C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312" y="3771776"/>
            <a:ext cx="3802036" cy="2403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">
            <a:extLst>
              <a:ext uri="{FF2B5EF4-FFF2-40B4-BE49-F238E27FC236}">
                <a16:creationId xmlns:a16="http://schemas.microsoft.com/office/drawing/2014/main" id="{2219EFEF-6E14-39A6-5DDA-3013FC3C1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6484"/>
            <a:ext cx="11305117" cy="16333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3366"/>
                </a:solidFill>
                <a:latin typeface="Tahom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SzPct val="100000"/>
              <a:defRPr/>
            </a:pPr>
            <a:r>
              <a:rPr lang="pt-BR" altLang="pt-BR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Infestação pelo Aedes aegypti, Estado de São Paulo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altLang="pt-BR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 Agravamento acentuado/expansão geográfica: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altLang="pt-BR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 Atualmente 643 municípios infestados.</a:t>
            </a:r>
          </a:p>
          <a:p>
            <a:pPr>
              <a:buSzPct val="100000"/>
              <a:defRPr/>
            </a:pPr>
            <a:endParaRPr lang="pt-BR" altLang="pt-BR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DC54A-AE1D-2FA0-F9C6-C8CC61858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353" y="1796697"/>
            <a:ext cx="3802036" cy="2377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B3BAAB93-D7CE-DF60-DE2F-C46800CDC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63" y="1863554"/>
            <a:ext cx="3802037" cy="2388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8B3997D0-DB68-8EEF-93AD-6ABEABE1B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8354" y="3516924"/>
            <a:ext cx="12239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SzPct val="100000"/>
            </a:pPr>
            <a:r>
              <a:rPr lang="pt-BR" altLang="pt-BR" sz="1600" b="1">
                <a:latin typeface="Calibri" pitchFamily="34" charset="0"/>
              </a:rPr>
              <a:t>2010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3DBAF16-9560-6FC3-9872-542549120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81" y="3516924"/>
            <a:ext cx="122396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SzPct val="100000"/>
            </a:pPr>
            <a:r>
              <a:rPr lang="pt-BR" altLang="pt-BR" sz="1600" b="1" dirty="0">
                <a:latin typeface="Calibri" pitchFamily="34" charset="0"/>
              </a:rPr>
              <a:t>2005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DD1D1B06-D1A2-CBC4-0F88-B81113F3C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800" y="5488272"/>
            <a:ext cx="122396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SzPct val="100000"/>
            </a:pPr>
            <a:r>
              <a:rPr lang="pt-BR" altLang="pt-BR" sz="1600" b="1" dirty="0">
                <a:latin typeface="Calibri" pitchFamily="34" charset="0"/>
              </a:rPr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408163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7EC302-9CB5-4106-831E-291262DCF860}"/>
              </a:ext>
            </a:extLst>
          </p:cNvPr>
          <p:cNvSpPr txBox="1"/>
          <p:nvPr/>
        </p:nvSpPr>
        <p:spPr>
          <a:xfrm>
            <a:off x="7358332" y="-11672"/>
            <a:ext cx="4833668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NORMATIVAS  ATUAIS DENGUE  - SÃO PAULO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DA82E83-7865-0C5F-06CF-C62B0306B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1066528"/>
              </p:ext>
            </p:extLst>
          </p:nvPr>
        </p:nvGraphicFramePr>
        <p:xfrm>
          <a:off x="2032000" y="719666"/>
          <a:ext cx="7554452" cy="4806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872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847724" y="981075"/>
            <a:ext cx="5057776" cy="2332038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200" dirty="0"/>
              <a:t>As atividades de controle das populações de </a:t>
            </a:r>
            <a:r>
              <a:rPr lang="pt-BR" sz="2200" i="1" dirty="0"/>
              <a:t>Aedes aegypti</a:t>
            </a: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ações rotineiras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ações desencadeadas em situação de transmissão de arboviroses urbanas </a:t>
            </a:r>
          </a:p>
          <a:p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874262"/>
            <a:ext cx="2520280" cy="1680187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921954" y="2844417"/>
            <a:ext cx="4965246" cy="10772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Portaria nº 1.378 de 9 de julho de 2013 - Artigo 22</a:t>
            </a:r>
          </a:p>
          <a:p>
            <a:pPr algn="ctr"/>
            <a:r>
              <a:rPr lang="pt-BR" dirty="0"/>
              <a:t> </a:t>
            </a:r>
            <a:r>
              <a:rPr lang="pt-BR" sz="1400" b="1" i="1" dirty="0"/>
              <a:t>Competências</a:t>
            </a:r>
          </a:p>
          <a:p>
            <a:r>
              <a:rPr lang="pt-BR" sz="1400" i="1" dirty="0"/>
              <a:t>Estado: apoio aos municípios </a:t>
            </a:r>
          </a:p>
          <a:p>
            <a:r>
              <a:rPr lang="pt-BR" sz="1400" i="1" dirty="0"/>
              <a:t>Municípios: execução das ações de Vigilância em Saúde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7A1625-E770-4FF0-FC7C-F39E66593BC6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E787EE3-14A7-AD3A-7C9D-DFC8D0ED0FA9}"/>
              </a:ext>
            </a:extLst>
          </p:cNvPr>
          <p:cNvSpPr/>
          <p:nvPr/>
        </p:nvSpPr>
        <p:spPr>
          <a:xfrm>
            <a:off x="3278038" y="3700732"/>
            <a:ext cx="484632" cy="5607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AAB4DD1-4055-8A93-100F-DB2F29493709}"/>
              </a:ext>
            </a:extLst>
          </p:cNvPr>
          <p:cNvSpPr txBox="1"/>
          <p:nvPr/>
        </p:nvSpPr>
        <p:spPr>
          <a:xfrm>
            <a:off x="567199" y="4697405"/>
            <a:ext cx="61031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INTEGRAÇÃO</a:t>
            </a:r>
          </a:p>
          <a:p>
            <a:pPr algn="ctr"/>
            <a:r>
              <a:rPr lang="pt-BR" sz="2000" dirty="0"/>
              <a:t> níveis municipal e estadual de governo </a:t>
            </a:r>
          </a:p>
        </p:txBody>
      </p:sp>
      <p:sp>
        <p:nvSpPr>
          <p:cNvPr id="9" name="Seta: Dobrada para Cima 8">
            <a:extLst>
              <a:ext uri="{FF2B5EF4-FFF2-40B4-BE49-F238E27FC236}">
                <a16:creationId xmlns:a16="http://schemas.microsoft.com/office/drawing/2014/main" id="{C464420F-968F-E3E6-7469-35ADD2ED987C}"/>
              </a:ext>
            </a:extLst>
          </p:cNvPr>
          <p:cNvSpPr/>
          <p:nvPr/>
        </p:nvSpPr>
        <p:spPr>
          <a:xfrm>
            <a:off x="6521570" y="4261449"/>
            <a:ext cx="2743200" cy="84538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34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6255535" y="333375"/>
            <a:ext cx="5122707" cy="646331"/>
          </a:xfrm>
        </p:spPr>
        <p:txBody>
          <a:bodyPr>
            <a:normAutofit/>
          </a:bodyPr>
          <a:lstStyle/>
          <a:p>
            <a:pPr algn="ctr"/>
            <a:r>
              <a:rPr lang="pt-BR" sz="2800" b="1" dirty="0">
                <a:latin typeface="+mn-lt"/>
              </a:rPr>
              <a:t>Ações de rotina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447674" y="1984375"/>
            <a:ext cx="5027613" cy="383857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pt-BR" dirty="0"/>
              <a:t>orientação ao morador : situação </a:t>
            </a:r>
            <a:r>
              <a:rPr lang="pt-BR" dirty="0" err="1"/>
              <a:t>entomo</a:t>
            </a:r>
            <a:r>
              <a:rPr lang="pt-BR" dirty="0"/>
              <a:t>-epidemiológica, prevenção e vistoria do imóvel - existência potenciais criadouros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pt-BR" dirty="0"/>
              <a:t>agente-morador </a:t>
            </a:r>
          </a:p>
          <a:p>
            <a:pPr marL="0" indent="0">
              <a:buNone/>
            </a:pPr>
            <a:endParaRPr lang="pt-BR" sz="2200" dirty="0"/>
          </a:p>
          <a:p>
            <a:pPr algn="ctr"/>
            <a:r>
              <a:rPr lang="pt-BR" b="1" dirty="0"/>
              <a:t>Integração ACS &amp; ACV</a:t>
            </a:r>
          </a:p>
          <a:p>
            <a:r>
              <a:rPr lang="pt-BR" dirty="0"/>
              <a:t>- evitar a duplicidade de ações</a:t>
            </a:r>
          </a:p>
          <a:p>
            <a:r>
              <a:rPr lang="pt-BR" dirty="0"/>
              <a:t>- otimizar as visitas</a:t>
            </a:r>
          </a:p>
          <a:p>
            <a:r>
              <a:rPr lang="pt-BR" dirty="0"/>
              <a:t>- conhecimento dos problemas territoriais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255535" y="1929657"/>
            <a:ext cx="512270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Redução da infestação  de mosquitos </a:t>
            </a:r>
          </a:p>
          <a:p>
            <a:pPr algn="ctr"/>
            <a:r>
              <a:rPr lang="pt-BR" dirty="0"/>
              <a:t>minimizando o risco de ocorrência das arboviroses                       </a:t>
            </a:r>
          </a:p>
        </p:txBody>
      </p:sp>
      <p:sp>
        <p:nvSpPr>
          <p:cNvPr id="5" name="Seta para baixo 4"/>
          <p:cNvSpPr/>
          <p:nvPr/>
        </p:nvSpPr>
        <p:spPr>
          <a:xfrm>
            <a:off x="8606102" y="1067547"/>
            <a:ext cx="484632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657" y="3475470"/>
            <a:ext cx="3077302" cy="230797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DB29516-FB23-E32E-6C76-9E4E2F13148A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pic>
        <p:nvPicPr>
          <p:cNvPr id="8" name="Picture 2" descr="S:\DCV\FOTOS &amp; IMAGENS\DIA D 2006\Equipe de Guarulhos\PB181498.JPG">
            <a:extLst>
              <a:ext uri="{FF2B5EF4-FFF2-40B4-BE49-F238E27FC236}">
                <a16:creationId xmlns:a16="http://schemas.microsoft.com/office/drawing/2014/main" id="{8FB34149-367A-318B-4EB3-1E9150B46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578" y="3475470"/>
            <a:ext cx="3077302" cy="230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9CB9AD1-FD86-EA75-CD24-972B48C913B6}"/>
              </a:ext>
            </a:extLst>
          </p:cNvPr>
          <p:cNvSpPr txBox="1"/>
          <p:nvPr/>
        </p:nvSpPr>
        <p:spPr>
          <a:xfrm>
            <a:off x="5958689" y="2782351"/>
            <a:ext cx="1994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controle do vetor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12DF4C9-7AB3-403A-5EBE-2CBFB7343732}"/>
              </a:ext>
            </a:extLst>
          </p:cNvPr>
          <p:cNvSpPr txBox="1"/>
          <p:nvPr/>
        </p:nvSpPr>
        <p:spPr>
          <a:xfrm>
            <a:off x="8033717" y="2790026"/>
            <a:ext cx="396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monitoramento dos níveis de infestação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F86A2D6-190F-A23C-E430-D996ACC08DD4}"/>
              </a:ext>
            </a:extLst>
          </p:cNvPr>
          <p:cNvCxnSpPr>
            <a:cxnSpLocks/>
          </p:cNvCxnSpPr>
          <p:nvPr/>
        </p:nvCxnSpPr>
        <p:spPr>
          <a:xfrm flipH="1">
            <a:off x="7696940" y="2613536"/>
            <a:ext cx="336777" cy="3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FD6BC08-8C0D-E9E7-8899-AA550BD8D905}"/>
              </a:ext>
            </a:extLst>
          </p:cNvPr>
          <p:cNvCxnSpPr>
            <a:stCxn id="4" idx="2"/>
          </p:cNvCxnSpPr>
          <p:nvPr/>
        </p:nvCxnSpPr>
        <p:spPr>
          <a:xfrm>
            <a:off x="8816889" y="2575988"/>
            <a:ext cx="273845" cy="34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003421-998E-AB19-44D3-19D7B20A4292}"/>
              </a:ext>
            </a:extLst>
          </p:cNvPr>
          <p:cNvSpPr txBox="1"/>
          <p:nvPr/>
        </p:nvSpPr>
        <p:spPr>
          <a:xfrm>
            <a:off x="1058899" y="1307709"/>
            <a:ext cx="4945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Visita a Imóveis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4081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681134" y="620713"/>
            <a:ext cx="6372809" cy="1147762"/>
          </a:xfrm>
        </p:spPr>
        <p:txBody>
          <a:bodyPr>
            <a:normAutofit/>
          </a:bodyPr>
          <a:lstStyle/>
          <a:p>
            <a:br>
              <a:rPr lang="pt-BR" sz="2400" b="1" dirty="0">
                <a:latin typeface="+mn-lt"/>
              </a:rPr>
            </a:br>
            <a:r>
              <a:rPr lang="pt-BR" sz="2400" b="1" dirty="0">
                <a:latin typeface="+mn-lt"/>
              </a:rPr>
              <a:t>Visitas a Imóveis de Risco  - Pontos Estratégicos (PE)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606490" y="2063750"/>
            <a:ext cx="6594410" cy="2717800"/>
          </a:xfrm>
        </p:spPr>
        <p:txBody>
          <a:bodyPr>
            <a:normAutofit/>
          </a:bodyPr>
          <a:lstStyle/>
          <a:p>
            <a:r>
              <a:rPr lang="pt-BR" sz="2400" dirty="0"/>
              <a:t>Imóveis: </a:t>
            </a:r>
          </a:p>
          <a:p>
            <a:r>
              <a:rPr lang="pt-BR" sz="1900" dirty="0"/>
              <a:t>elevada oferta de recipientes – potenciais criadouros</a:t>
            </a:r>
          </a:p>
          <a:p>
            <a:r>
              <a:rPr lang="pt-BR" sz="1900" dirty="0"/>
              <a:t>grande volume de água</a:t>
            </a:r>
          </a:p>
          <a:p>
            <a:r>
              <a:rPr lang="pt-BR" sz="1900" dirty="0"/>
              <a:t>organização e disposição dos recipientes </a:t>
            </a:r>
          </a:p>
          <a:p>
            <a:r>
              <a:rPr lang="pt-BR" sz="1900" dirty="0"/>
              <a:t>área de localização</a:t>
            </a:r>
          </a:p>
          <a:p>
            <a:r>
              <a:rPr lang="pt-BR" sz="1900" dirty="0"/>
              <a:t>grau de exposição da população hum</a:t>
            </a:r>
            <a:r>
              <a:rPr lang="pt-BR" sz="1800" dirty="0"/>
              <a:t>ana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184" y="4143894"/>
            <a:ext cx="3922997" cy="225207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6" b="21722"/>
          <a:stretch/>
        </p:blipFill>
        <p:spPr>
          <a:xfrm>
            <a:off x="8267807" y="362311"/>
            <a:ext cx="3909374" cy="192047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1724087-38FB-5875-9F70-EEDE6B2D51CA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C6EE68-8605-C0B9-4D29-F62EB50B75B1}"/>
              </a:ext>
            </a:extLst>
          </p:cNvPr>
          <p:cNvSpPr txBox="1"/>
          <p:nvPr/>
        </p:nvSpPr>
        <p:spPr>
          <a:xfrm>
            <a:off x="3051593" y="6457675"/>
            <a:ext cx="9022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(ferro velho, borracharias, recicláveis, obras) 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A0FA75D4-97EB-BD6C-F1AA-D839F78044BF}"/>
              </a:ext>
            </a:extLst>
          </p:cNvPr>
          <p:cNvSpPr/>
          <p:nvPr/>
        </p:nvSpPr>
        <p:spPr>
          <a:xfrm>
            <a:off x="3719238" y="4977446"/>
            <a:ext cx="619849" cy="2329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05777C0-759A-EC62-D3B7-6A1CAD58576B}"/>
              </a:ext>
            </a:extLst>
          </p:cNvPr>
          <p:cNvSpPr txBox="1"/>
          <p:nvPr/>
        </p:nvSpPr>
        <p:spPr>
          <a:xfrm>
            <a:off x="974788" y="5719313"/>
            <a:ext cx="222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potenciais criadouros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4E70F2-1705-C896-397A-BCC24CF0C282}"/>
              </a:ext>
            </a:extLst>
          </p:cNvPr>
          <p:cNvSpPr txBox="1"/>
          <p:nvPr/>
        </p:nvSpPr>
        <p:spPr>
          <a:xfrm>
            <a:off x="3559830" y="5733694"/>
            <a:ext cx="392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produção de grande número de insetos</a:t>
            </a:r>
            <a:endParaRPr lang="pt-BR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72C79B2-38BC-65D0-E1B8-7AB388D41C24}"/>
              </a:ext>
            </a:extLst>
          </p:cNvPr>
          <p:cNvSpPr txBox="1"/>
          <p:nvPr/>
        </p:nvSpPr>
        <p:spPr>
          <a:xfrm>
            <a:off x="1749010" y="5211146"/>
            <a:ext cx="468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d</a:t>
            </a:r>
            <a:r>
              <a:rPr lang="pt-BR" sz="1800" b="1" dirty="0"/>
              <a:t>ificuldade execução das medidas de controle</a:t>
            </a:r>
          </a:p>
        </p:txBody>
      </p:sp>
      <p:pic>
        <p:nvPicPr>
          <p:cNvPr id="15" name="Picture 2" descr="http://tse1.mm.bing.net/th?&amp;id=OIP.M0f29b08837e55265cc9e5979d6a21c91o0&amp;w=300&amp;h=199&amp;c=0&amp;pid=1.9&amp;rs=0&amp;p=0">
            <a:hlinkClick r:id="rId4" tooltip="Exibir detalhes da imagem"/>
            <a:extLst>
              <a:ext uri="{FF2B5EF4-FFF2-40B4-BE49-F238E27FC236}">
                <a16:creationId xmlns:a16="http://schemas.microsoft.com/office/drawing/2014/main" id="{3FCF8AF3-C9D1-6EBC-74E8-F16DE046DF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83"/>
          <a:stretch/>
        </p:blipFill>
        <p:spPr bwMode="auto">
          <a:xfrm>
            <a:off x="8267807" y="2311634"/>
            <a:ext cx="3909374" cy="182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5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6586538" y="1131888"/>
            <a:ext cx="5605462" cy="582612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+mn-lt"/>
              </a:rPr>
              <a:t>Visita a Imóveis de Risco - Imóveis Especiais 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6469063" y="1885950"/>
            <a:ext cx="5722937" cy="831850"/>
          </a:xfrm>
        </p:spPr>
        <p:txBody>
          <a:bodyPr>
            <a:noAutofit/>
          </a:bodyPr>
          <a:lstStyle/>
          <a:p>
            <a:r>
              <a:rPr lang="pt-BR" dirty="0"/>
              <a:t>Imóveis:</a:t>
            </a:r>
          </a:p>
          <a:p>
            <a:pPr algn="ctr"/>
            <a:r>
              <a:rPr lang="pt-BR" dirty="0"/>
              <a:t>grande número de frequentadores</a:t>
            </a:r>
          </a:p>
          <a:p>
            <a:r>
              <a:rPr lang="pt-BR" dirty="0"/>
              <a:t>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04" y="1717697"/>
            <a:ext cx="4920795" cy="369059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61F3FEE-F56B-CCAE-6CAA-75B7C270EFC2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D32C2C-E758-D16A-67AE-A203AF665872}"/>
              </a:ext>
            </a:extLst>
          </p:cNvPr>
          <p:cNvSpPr txBox="1"/>
          <p:nvPr/>
        </p:nvSpPr>
        <p:spPr>
          <a:xfrm>
            <a:off x="1097280" y="6376989"/>
            <a:ext cx="372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(escolas, presídios, clubes, hospitais) 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031998C6-BA66-EB3F-3B22-5A683191B4E9}"/>
              </a:ext>
            </a:extLst>
          </p:cNvPr>
          <p:cNvSpPr/>
          <p:nvPr/>
        </p:nvSpPr>
        <p:spPr>
          <a:xfrm>
            <a:off x="8863631" y="2839130"/>
            <a:ext cx="619849" cy="2329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02EBD2-7678-82AE-868E-C7EDBA8DBA11}"/>
              </a:ext>
            </a:extLst>
          </p:cNvPr>
          <p:cNvSpPr txBox="1"/>
          <p:nvPr/>
        </p:nvSpPr>
        <p:spPr>
          <a:xfrm>
            <a:off x="6036328" y="4075344"/>
            <a:ext cx="61031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Necessário: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Orientação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Identificação e correção de situações de risco de proliferação de mosquitos</a:t>
            </a:r>
          </a:p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13CEBA7-7FFF-409A-7165-73BC49AE82D6}"/>
              </a:ext>
            </a:extLst>
          </p:cNvPr>
          <p:cNvSpPr txBox="1"/>
          <p:nvPr/>
        </p:nvSpPr>
        <p:spPr>
          <a:xfrm>
            <a:off x="5812037" y="3145130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maior probabilidade de disseminação de doenças</a:t>
            </a:r>
          </a:p>
        </p:txBody>
      </p:sp>
    </p:spTree>
    <p:extLst>
      <p:ext uri="{BB962C8B-B14F-4D97-AF65-F5344CB8AC3E}">
        <p14:creationId xmlns:p14="http://schemas.microsoft.com/office/powerpoint/2010/main" val="171825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1962150" y="1131888"/>
            <a:ext cx="10229850" cy="582612"/>
          </a:xfrm>
        </p:spPr>
        <p:txBody>
          <a:bodyPr>
            <a:noAutofit/>
          </a:bodyPr>
          <a:lstStyle/>
          <a:p>
            <a:r>
              <a:rPr lang="pt-BR" sz="2400" b="1" dirty="0">
                <a:latin typeface="+mn-lt"/>
              </a:rPr>
              <a:t>Avaliação de Densidade Larvária (ADL - LIRAa)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513183" y="1885950"/>
            <a:ext cx="5784979" cy="831850"/>
          </a:xfrm>
        </p:spPr>
        <p:txBody>
          <a:bodyPr>
            <a:noAutofit/>
          </a:bodyPr>
          <a:lstStyle/>
          <a:p>
            <a:r>
              <a:rPr lang="pt-BR" dirty="0"/>
              <a:t>E</a:t>
            </a:r>
            <a:r>
              <a:rPr lang="pt-BR" sz="2000" dirty="0"/>
              <a:t>stimação dos níveis de infestação, de uma determinada área geográfica, num dado momento</a:t>
            </a:r>
            <a:r>
              <a:rPr lang="pt-BR" dirty="0"/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1F3FEE-F56B-CCAE-6CAA-75B7C270EFC2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031998C6-BA66-EB3F-3B22-5A683191B4E9}"/>
              </a:ext>
            </a:extLst>
          </p:cNvPr>
          <p:cNvSpPr/>
          <p:nvPr/>
        </p:nvSpPr>
        <p:spPr>
          <a:xfrm>
            <a:off x="3334952" y="2792988"/>
            <a:ext cx="619849" cy="2329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02EBD2-7678-82AE-868E-C7EDBA8DBA11}"/>
              </a:ext>
            </a:extLst>
          </p:cNvPr>
          <p:cNvSpPr txBox="1"/>
          <p:nvPr/>
        </p:nvSpPr>
        <p:spPr>
          <a:xfrm>
            <a:off x="4615131" y="4075344"/>
            <a:ext cx="6633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direcionamento das ações de controle nos locais avaliados</a:t>
            </a:r>
          </a:p>
          <a:p>
            <a:r>
              <a:rPr lang="pt-BR" sz="1800" dirty="0"/>
              <a:t>forma de envolvimento da população em geral (divulgação periódica)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13CEBA7-7FFF-409A-7165-73BC49AE82D6}"/>
              </a:ext>
            </a:extLst>
          </p:cNvPr>
          <p:cNvSpPr txBox="1"/>
          <p:nvPr/>
        </p:nvSpPr>
        <p:spPr>
          <a:xfrm>
            <a:off x="920873" y="3145130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/>
              <a:t>fonte de informação – dados sobre presença do vetor</a:t>
            </a:r>
            <a:endParaRPr lang="pt-BR" dirty="0"/>
          </a:p>
        </p:txBody>
      </p:sp>
      <p:sp>
        <p:nvSpPr>
          <p:cNvPr id="5" name="Seta: Dobrada para Cima 4">
            <a:extLst>
              <a:ext uri="{FF2B5EF4-FFF2-40B4-BE49-F238E27FC236}">
                <a16:creationId xmlns:a16="http://schemas.microsoft.com/office/drawing/2014/main" id="{DC6C1E5C-3273-A8E7-2953-06EBCE010B32}"/>
              </a:ext>
            </a:extLst>
          </p:cNvPr>
          <p:cNvSpPr/>
          <p:nvPr/>
        </p:nvSpPr>
        <p:spPr>
          <a:xfrm rot="5400000">
            <a:off x="3745844" y="3733258"/>
            <a:ext cx="582642" cy="84538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43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6255535" y="333375"/>
            <a:ext cx="5122707" cy="704850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>
                <a:latin typeface="+mn-lt"/>
              </a:rPr>
              <a:t>Ações em situação de transmissão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537714" y="1984375"/>
            <a:ext cx="4641966" cy="2093103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pt-BR" sz="1800" b="1" dirty="0"/>
              <a:t>Controle de Criadouros em Área de Transmissão</a:t>
            </a:r>
            <a:r>
              <a:rPr lang="pt-BR" sz="1800" dirty="0"/>
              <a:t> </a:t>
            </a:r>
          </a:p>
          <a:p>
            <a:pPr marL="0" indent="0" algn="ctr">
              <a:lnSpc>
                <a:spcPct val="150000"/>
              </a:lnSpc>
              <a:buClrTx/>
              <a:buNone/>
            </a:pPr>
            <a:r>
              <a:rPr lang="pt-BR" sz="1800" dirty="0"/>
              <a:t>redução de criadouros para evitar que novas fêmeas emerjam após a realização da nebulização</a:t>
            </a:r>
          </a:p>
          <a:p>
            <a:pPr marL="0" indent="0">
              <a:lnSpc>
                <a:spcPct val="150000"/>
              </a:lnSpc>
              <a:buClrTx/>
              <a:buNone/>
            </a:pPr>
            <a:endParaRPr lang="pt-BR" sz="1800" dirty="0"/>
          </a:p>
          <a:p>
            <a:pPr marL="0" indent="0">
              <a:lnSpc>
                <a:spcPct val="150000"/>
              </a:lnSpc>
              <a:buClrTx/>
              <a:buNone/>
            </a:pPr>
            <a:endParaRPr lang="pt-BR" sz="1800" b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6255535" y="1929657"/>
            <a:ext cx="512270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</a:t>
            </a:r>
            <a:r>
              <a:rPr lang="pt-BR" sz="1800" dirty="0"/>
              <a:t>otificação de caso suspeito ou confirmado de ARBOVIROSE</a:t>
            </a:r>
            <a:r>
              <a:rPr lang="pt-BR" dirty="0"/>
              <a:t>                       </a:t>
            </a:r>
          </a:p>
        </p:txBody>
      </p:sp>
      <p:sp>
        <p:nvSpPr>
          <p:cNvPr id="5" name="Seta para baixo 4"/>
          <p:cNvSpPr/>
          <p:nvPr/>
        </p:nvSpPr>
        <p:spPr>
          <a:xfrm>
            <a:off x="8711495" y="1104064"/>
            <a:ext cx="484632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B29516-FB23-E32E-6C76-9E4E2F13148A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CB9AD1-FD86-EA75-CD24-972B48C913B6}"/>
              </a:ext>
            </a:extLst>
          </p:cNvPr>
          <p:cNvSpPr txBox="1"/>
          <p:nvPr/>
        </p:nvSpPr>
        <p:spPr>
          <a:xfrm>
            <a:off x="5589917" y="2782351"/>
            <a:ext cx="2707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interromper a transmissão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12DF4C9-7AB3-403A-5EBE-2CBFB7343732}"/>
              </a:ext>
            </a:extLst>
          </p:cNvPr>
          <p:cNvSpPr txBox="1"/>
          <p:nvPr/>
        </p:nvSpPr>
        <p:spPr>
          <a:xfrm>
            <a:off x="8335635" y="2790026"/>
            <a:ext cx="3318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reduzir o número de casos novos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F86A2D6-190F-A23C-E430-D996ACC08DD4}"/>
              </a:ext>
            </a:extLst>
          </p:cNvPr>
          <p:cNvCxnSpPr>
            <a:cxnSpLocks/>
          </p:cNvCxnSpPr>
          <p:nvPr/>
        </p:nvCxnSpPr>
        <p:spPr>
          <a:xfrm flipH="1">
            <a:off x="7696940" y="2613536"/>
            <a:ext cx="336777" cy="3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FD6BC08-8C0D-E9E7-8899-AA550BD8D905}"/>
              </a:ext>
            </a:extLst>
          </p:cNvPr>
          <p:cNvCxnSpPr>
            <a:stCxn id="4" idx="2"/>
          </p:cNvCxnSpPr>
          <p:nvPr/>
        </p:nvCxnSpPr>
        <p:spPr>
          <a:xfrm>
            <a:off x="8816889" y="2575988"/>
            <a:ext cx="273845" cy="344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003421-998E-AB19-44D3-19D7B20A4292}"/>
              </a:ext>
            </a:extLst>
          </p:cNvPr>
          <p:cNvSpPr txBox="1"/>
          <p:nvPr/>
        </p:nvSpPr>
        <p:spPr>
          <a:xfrm>
            <a:off x="1058899" y="1307709"/>
            <a:ext cx="4945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Ações de controle e intensificação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4C2CA2F-6EAB-3CFD-D71E-0989ADFD95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322" y="3160299"/>
            <a:ext cx="3975604" cy="298170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D4380E7-4C6E-F5D1-C9EA-8D3BE557CD2B}"/>
              </a:ext>
            </a:extLst>
          </p:cNvPr>
          <p:cNvSpPr txBox="1"/>
          <p:nvPr/>
        </p:nvSpPr>
        <p:spPr>
          <a:xfrm>
            <a:off x="537713" y="4612762"/>
            <a:ext cx="49553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/>
              <a:t>Nebulização </a:t>
            </a:r>
          </a:p>
          <a:p>
            <a:r>
              <a:rPr lang="pt-BR" sz="1800" dirty="0"/>
              <a:t>redução de alados infectados: nebulização espacial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375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ângulo 1"/>
          <p:cNvSpPr/>
          <p:nvPr/>
        </p:nvSpPr>
        <p:spPr>
          <a:xfrm>
            <a:off x="4079776" y="176150"/>
            <a:ext cx="7875158" cy="576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	</a:t>
            </a:r>
          </a:p>
          <a:p>
            <a:r>
              <a:rPr lang="pt-BR" sz="2400" b="1" dirty="0"/>
              <a:t>   Controle de Criadouros em Área de Transmissão (CC)</a:t>
            </a:r>
          </a:p>
          <a:p>
            <a:r>
              <a:rPr lang="pt-BR" sz="2400" dirty="0"/>
              <a:t> 	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Visita a imóveis situados num raio delimitado a partir do caso identificado</a:t>
            </a:r>
          </a:p>
          <a:p>
            <a:pPr>
              <a:lnSpc>
                <a:spcPct val="150000"/>
              </a:lnSpc>
            </a:pPr>
            <a:endParaRPr lang="pt-B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Vistoria em todos os imóveis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Orientação ao morador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Aplicação de medidas de controle químico (larvicida) e procedimentos a serem tomados em caso de suspeita da doença</a:t>
            </a:r>
          </a:p>
          <a:p>
            <a:pPr>
              <a:lnSpc>
                <a:spcPct val="150000"/>
              </a:lnSpc>
            </a:pPr>
            <a:endParaRPr lang="pt-BR" sz="2000" dirty="0"/>
          </a:p>
          <a:p>
            <a:pPr>
              <a:lnSpc>
                <a:spcPct val="150000"/>
              </a:lnSpc>
            </a:pPr>
            <a:r>
              <a:rPr lang="pt-BR" sz="2000" dirty="0"/>
              <a:t>Rapidez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Redução das pendências</a:t>
            </a:r>
          </a:p>
          <a:p>
            <a:pPr>
              <a:lnSpc>
                <a:spcPct val="150000"/>
              </a:lnSpc>
            </a:pPr>
            <a:endParaRPr lang="pt-BR" sz="20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04" y="-10736"/>
            <a:ext cx="3542610" cy="216827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22" y="2162353"/>
            <a:ext cx="3542610" cy="209604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21" y="4277059"/>
            <a:ext cx="3542610" cy="19958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16ABA2E-75E3-C5A9-18B1-F7B320EF4F25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CEC8CEA6-5BB2-5A59-F993-6E9C71F1A204}"/>
              </a:ext>
            </a:extLst>
          </p:cNvPr>
          <p:cNvSpPr/>
          <p:nvPr/>
        </p:nvSpPr>
        <p:spPr>
          <a:xfrm>
            <a:off x="7332453" y="4779034"/>
            <a:ext cx="638355" cy="37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90538F-05F7-D953-B643-3877F7826966}"/>
              </a:ext>
            </a:extLst>
          </p:cNvPr>
          <p:cNvSpPr txBox="1"/>
          <p:nvPr/>
        </p:nvSpPr>
        <p:spPr>
          <a:xfrm>
            <a:off x="8139015" y="4796274"/>
            <a:ext cx="356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/>
              <a:t>maior efetividade no controle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645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ângulo 1"/>
          <p:cNvSpPr/>
          <p:nvPr/>
        </p:nvSpPr>
        <p:spPr>
          <a:xfrm>
            <a:off x="379562" y="988263"/>
            <a:ext cx="5296619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/>
              <a:t>Equipamento Portátil (NP)</a:t>
            </a:r>
            <a:endParaRPr lang="pt-BR" dirty="0"/>
          </a:p>
          <a:p>
            <a:pPr algn="ctr">
              <a:lnSpc>
                <a:spcPct val="150000"/>
              </a:lnSpc>
            </a:pPr>
            <a:r>
              <a:rPr lang="pt-BR" dirty="0"/>
              <a:t>É a forma mais efetiva de redução de alados numa área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60" y="2487307"/>
            <a:ext cx="3253013" cy="213072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2AD62D6-5A82-3300-0906-931FCF8F9E83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838CAF-D046-9170-FBA6-E5AEC7686961}"/>
              </a:ext>
            </a:extLst>
          </p:cNvPr>
          <p:cNvSpPr txBox="1"/>
          <p:nvPr/>
        </p:nvSpPr>
        <p:spPr>
          <a:xfrm>
            <a:off x="6075143" y="1055637"/>
            <a:ext cx="6094562" cy="115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/>
              <a:t>Equipamento Acoplado a Veículo (NAV)</a:t>
            </a:r>
          </a:p>
          <a:p>
            <a:pPr algn="ctr">
              <a:lnSpc>
                <a:spcPct val="150000"/>
              </a:lnSpc>
            </a:pPr>
            <a:r>
              <a:rPr lang="pt-BR" sz="1800" dirty="0"/>
              <a:t>Indicação dessa modalidade de aplicação, após analisados a distribuição espacial dos casos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E0FA4C-BC1B-00BD-AE94-9F5157D7EE8E}"/>
              </a:ext>
            </a:extLst>
          </p:cNvPr>
          <p:cNvSpPr txBox="1"/>
          <p:nvPr/>
        </p:nvSpPr>
        <p:spPr>
          <a:xfrm>
            <a:off x="4045791" y="12604"/>
            <a:ext cx="3753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Nebulização</a:t>
            </a:r>
          </a:p>
          <a:p>
            <a:pPr algn="ctr"/>
            <a:endParaRPr lang="pt-BR" sz="2400" dirty="0"/>
          </a:p>
        </p:txBody>
      </p:sp>
      <p:pic>
        <p:nvPicPr>
          <p:cNvPr id="8" name="Picture 2" descr="S:\DCV\SACOP\UBV veicular\nebulização veicular.jpg">
            <a:extLst>
              <a:ext uri="{FF2B5EF4-FFF2-40B4-BE49-F238E27FC236}">
                <a16:creationId xmlns:a16="http://schemas.microsoft.com/office/drawing/2014/main" id="{4B48B941-2CC1-5EB0-D11B-A0D5D18A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66" y="2436969"/>
            <a:ext cx="3909683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0BC0514-8B73-8954-E880-A793D3BF051C}"/>
              </a:ext>
            </a:extLst>
          </p:cNvPr>
          <p:cNvSpPr txBox="1"/>
          <p:nvPr/>
        </p:nvSpPr>
        <p:spPr>
          <a:xfrm>
            <a:off x="485250" y="4821208"/>
            <a:ext cx="1085848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/>
              <a:t>O tempo decorrido entre a conclusão do CC e o início da nebulização é de suma importância</a:t>
            </a:r>
          </a:p>
          <a:p>
            <a:pPr algn="ctr">
              <a:lnSpc>
                <a:spcPct val="150000"/>
              </a:lnSpc>
            </a:pPr>
            <a:r>
              <a:rPr lang="pt-BR" dirty="0"/>
              <a:t> devido à reposição de recipientes.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114A31-7025-56F9-4528-6BFE516366C4}"/>
              </a:ext>
            </a:extLst>
          </p:cNvPr>
          <p:cNvSpPr txBox="1"/>
          <p:nvPr/>
        </p:nvSpPr>
        <p:spPr>
          <a:xfrm>
            <a:off x="1561381" y="428102"/>
            <a:ext cx="916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Consiste na aplicação espacial de inseticida</a:t>
            </a:r>
          </a:p>
        </p:txBody>
      </p:sp>
    </p:spTree>
    <p:extLst>
      <p:ext uri="{BB962C8B-B14F-4D97-AF65-F5344CB8AC3E}">
        <p14:creationId xmlns:p14="http://schemas.microsoft.com/office/powerpoint/2010/main" val="850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7832725" y="998538"/>
            <a:ext cx="4359275" cy="719137"/>
          </a:xfrm>
        </p:spPr>
        <p:txBody>
          <a:bodyPr>
            <a:normAutofit/>
          </a:bodyPr>
          <a:lstStyle/>
          <a:p>
            <a:r>
              <a:rPr lang="pt-BR" sz="2800" b="1" dirty="0">
                <a:latin typeface="+mn-lt"/>
              </a:rPr>
              <a:t>Outras atividades</a:t>
            </a:r>
            <a:endParaRPr lang="pt-BR" sz="2800" dirty="0">
              <a:latin typeface="+mn-lt"/>
            </a:endParaRP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4294967295"/>
          </p:nvPr>
        </p:nvSpPr>
        <p:spPr>
          <a:xfrm>
            <a:off x="5275263" y="2035175"/>
            <a:ext cx="6421437" cy="33718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b="1" dirty="0"/>
              <a:t>A depender da situação de infestação de cada município - </a:t>
            </a:r>
          </a:p>
          <a:p>
            <a:pPr>
              <a:lnSpc>
                <a:spcPct val="150000"/>
              </a:lnSpc>
            </a:pPr>
            <a:r>
              <a:rPr lang="pt-BR" dirty="0"/>
              <a:t>resolução de problemáticas específicas – </a:t>
            </a:r>
          </a:p>
          <a:p>
            <a:pPr>
              <a:lnSpc>
                <a:spcPct val="150000"/>
              </a:lnSpc>
            </a:pPr>
            <a:r>
              <a:rPr lang="pt-BR" dirty="0"/>
              <a:t>vedação de caixa </a:t>
            </a:r>
            <a:r>
              <a:rPr lang="pt-BR" dirty="0" err="1"/>
              <a:t>dágua</a:t>
            </a:r>
            <a:endParaRPr lang="pt-BR" dirty="0"/>
          </a:p>
          <a:p>
            <a:pPr>
              <a:lnSpc>
                <a:spcPct val="150000"/>
              </a:lnSpc>
            </a:pPr>
            <a:r>
              <a:rPr lang="pt-BR" dirty="0"/>
              <a:t>intensificação do trabalho de remoção de inservíveis (mutirão ou arrastão de limpeza)</a:t>
            </a:r>
          </a:p>
          <a:p>
            <a:pPr>
              <a:lnSpc>
                <a:spcPct val="150000"/>
              </a:lnSpc>
            </a:pPr>
            <a:endParaRPr lang="pt-BR" sz="2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49" y="79313"/>
            <a:ext cx="4787051" cy="3590288"/>
          </a:xfrm>
          <a:prstGeom prst="rect">
            <a:avLst/>
          </a:prstGeom>
        </p:spPr>
      </p:pic>
      <p:pic>
        <p:nvPicPr>
          <p:cNvPr id="4100" name="Picture 4" descr="Resultado de imagem para mutirao de limpez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7" y="3622378"/>
            <a:ext cx="4809628" cy="2668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C86DA2-09CE-2FC2-CA3F-F64523ADC916}"/>
              </a:ext>
            </a:extLst>
          </p:cNvPr>
          <p:cNvSpPr txBox="1"/>
          <p:nvPr/>
        </p:nvSpPr>
        <p:spPr>
          <a:xfrm>
            <a:off x="8226116" y="-11672"/>
            <a:ext cx="396588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AÇÕES DE CONTROLE  - SÃO PAULO</a:t>
            </a:r>
          </a:p>
        </p:txBody>
      </p:sp>
    </p:spTree>
    <p:extLst>
      <p:ext uri="{BB962C8B-B14F-4D97-AF65-F5344CB8AC3E}">
        <p14:creationId xmlns:p14="http://schemas.microsoft.com/office/powerpoint/2010/main" val="417010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53" y="662216"/>
            <a:ext cx="2868340" cy="215353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431704" y="92828"/>
            <a:ext cx="709431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2400" b="1" dirty="0"/>
              <a:t>Ações de Educação, Comunicação e Mobilização Social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998" y="662216"/>
            <a:ext cx="2660073" cy="1995055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444" y="4509120"/>
            <a:ext cx="3182661" cy="1790247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067" y="3864312"/>
            <a:ext cx="4334933" cy="2435055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854" y="869244"/>
            <a:ext cx="3569775" cy="2677331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1736444" y="2889238"/>
            <a:ext cx="5616623" cy="132343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Tem por finalidade o desenvolvimento de ações educativas que visam a adoção de práticas para a manutenção do ambiente domiciliar preservado da infestação por </a:t>
            </a:r>
            <a:r>
              <a:rPr lang="pt-BR" sz="2000" i="1" dirty="0">
                <a:solidFill>
                  <a:schemeClr val="bg1"/>
                </a:solidFill>
              </a:rPr>
              <a:t>Aedes aegypti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73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32177" y="260648"/>
            <a:ext cx="1040835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Ações de Mobilização entre setores públicos e privados</a:t>
            </a:r>
          </a:p>
        </p:txBody>
      </p:sp>
      <p:sp>
        <p:nvSpPr>
          <p:cNvPr id="4" name="Rectângulo 3"/>
          <p:cNvSpPr/>
          <p:nvPr/>
        </p:nvSpPr>
        <p:spPr>
          <a:xfrm>
            <a:off x="1072443" y="4845060"/>
            <a:ext cx="1058615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Incentivar a participação de todos os segmentos sociais no controle do vetor e divulgar as principais medidas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44" y="979715"/>
            <a:ext cx="5367096" cy="315134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6FC2373-297F-3615-9308-F9FC22C1B5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67" t="12253" r="13109" b="4531"/>
          <a:stretch/>
        </p:blipFill>
        <p:spPr>
          <a:xfrm>
            <a:off x="6503443" y="979715"/>
            <a:ext cx="5001204" cy="315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0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285650-0ACE-4A34-97E7-66B7D01A88E5}"/>
              </a:ext>
            </a:extLst>
          </p:cNvPr>
          <p:cNvSpPr txBox="1">
            <a:spLocks/>
          </p:cNvSpPr>
          <p:nvPr/>
        </p:nvSpPr>
        <p:spPr>
          <a:xfrm>
            <a:off x="398061" y="2852846"/>
            <a:ext cx="11029950" cy="194109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all" spc="0" normalizeH="0" baseline="0" noProof="0" dirty="0">
                <a:ln>
                  <a:noFill/>
                </a:ln>
                <a:solidFill>
                  <a:srgbClr val="2683C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Sistema de informação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 err="1">
                <a:solidFill>
                  <a:srgbClr val="2683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6000" b="1" i="0" u="none" strike="noStrike" kern="1200" cap="all" spc="0" normalizeH="0" baseline="0" noProof="0" dirty="0">
              <a:ln>
                <a:noFill/>
              </a:ln>
              <a:solidFill>
                <a:srgbClr val="2683C6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347539-E7B5-B05C-A19F-B5AE58FF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953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808FAE-AAE9-32B6-DB47-9D43C6A0349A}"/>
              </a:ext>
            </a:extLst>
          </p:cNvPr>
          <p:cNvSpPr txBox="1"/>
          <p:nvPr/>
        </p:nvSpPr>
        <p:spPr>
          <a:xfrm>
            <a:off x="478910" y="1598684"/>
            <a:ext cx="11059245" cy="349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sz="2400" b="1" dirty="0"/>
              <a:t>Importância</a:t>
            </a:r>
            <a:endParaRPr lang="pt-BR" sz="2400" b="1" noProof="0" dirty="0"/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dirty="0"/>
              <a:t>Gestão de recursos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noProof="0" dirty="0"/>
              <a:t>Avaliação da situação epidemiológica - vetor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dirty="0"/>
              <a:t>Tomada de decisões – definir ações imediatas</a:t>
            </a:r>
          </a:p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endParaRPr lang="pt-BR" b="1" noProof="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F1CA78-F035-B4F1-37DA-6B9C81CB5715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SISTEMA DE VIGILÂNCIA E CONTROLE DO AEDES - </a:t>
            </a:r>
            <a:r>
              <a:rPr lang="pt-BR" b="1" dirty="0" err="1"/>
              <a:t>SisaWebINFO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0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B543E2-06C3-9EFD-20DD-6D9DE43F5822}"/>
              </a:ext>
            </a:extLst>
          </p:cNvPr>
          <p:cNvSpPr txBox="1"/>
          <p:nvPr/>
        </p:nvSpPr>
        <p:spPr>
          <a:xfrm>
            <a:off x="326510" y="1544605"/>
            <a:ext cx="11059245" cy="418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Características básicas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noProof="0" dirty="0"/>
              <a:t>Simples e descentralizado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dirty="0"/>
              <a:t>Obtenção de banco de dados – esquemático, ordenado e padronizados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noProof="0" dirty="0"/>
              <a:t>Integração d</a:t>
            </a:r>
            <a:r>
              <a:rPr lang="pt-BR" b="1" dirty="0"/>
              <a:t>os dados de posicionamento geográfico relacionados às atividades de vigilância e controle de vetores para que as análises epidemiológicas passem a ser tridimensionais, incorporando o espaço geográfico e suas características de ocupação, em especial o padrão de urbanização e saneamento.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endParaRPr lang="pt-BR" b="1" noProof="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6A6EE8-5B63-0861-C7B8-41A56CBF604B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SISTEMA DE VIGILÂNCIA E CONTROLE DO AEDES - SISAWEBINFO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6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290992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SISTEMA DE VIGILÂNCIA E CONTROLE DO AEDES - SISAWEBINFO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808FAE-AAE9-32B6-DB47-9D43C6A0349A}"/>
              </a:ext>
            </a:extLst>
          </p:cNvPr>
          <p:cNvSpPr txBox="1"/>
          <p:nvPr/>
        </p:nvSpPr>
        <p:spPr>
          <a:xfrm>
            <a:off x="478910" y="754067"/>
            <a:ext cx="11015000" cy="605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HISTÓRICO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dirty="0"/>
              <a:t>Antes de 1993: </a:t>
            </a:r>
            <a:r>
              <a:rPr lang="pt-BR" dirty="0"/>
              <a:t>formulário em papel (consolidação dos dados de campo)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dirty="0"/>
              <a:t>1993: </a:t>
            </a:r>
            <a:r>
              <a:rPr lang="pt-BR" dirty="0"/>
              <a:t>O primeiro software desenvolvido no Estado de São Paulo: (SPS)  - SUCEN (equipe multiprofissional) – disquetes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Tx/>
              <a:buChar char="-"/>
              <a:defRPr/>
            </a:pPr>
            <a:r>
              <a:rPr lang="pt-BR" b="1" dirty="0"/>
              <a:t>2011</a:t>
            </a:r>
            <a:r>
              <a:rPr lang="pt-BR" dirty="0"/>
              <a:t>: Plataforma Web – SisaWeb 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dirty="0"/>
              <a:t>melhoria na elaboração de dados tabulares, gráficos e visualização de informações, dispostas espacialmente por mapas.</a:t>
            </a:r>
          </a:p>
          <a:p>
            <a:pPr marL="742950" lvl="1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pt-BR" dirty="0"/>
              <a:t>grande quantidade de dados fosse armazenada e processada simultaneamente</a:t>
            </a:r>
          </a:p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dirty="0"/>
              <a:t>ATENÇÃO: utilização de formulários em papel para coleta de dados primários em campo e a necessidade de recursos humanos capacitados para digitação dos dados (??agilidade e oportunidade??)</a:t>
            </a:r>
          </a:p>
        </p:txBody>
      </p:sp>
    </p:spTree>
    <p:extLst>
      <p:ext uri="{BB962C8B-B14F-4D97-AF65-F5344CB8AC3E}">
        <p14:creationId xmlns:p14="http://schemas.microsoft.com/office/powerpoint/2010/main" val="281680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Diagrama 69">
            <a:extLst>
              <a:ext uri="{FF2B5EF4-FFF2-40B4-BE49-F238E27FC236}">
                <a16:creationId xmlns:a16="http://schemas.microsoft.com/office/drawing/2014/main" id="{90F118CE-05E6-D506-EF0A-7A01833DDD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2418"/>
              </p:ext>
            </p:extLst>
          </p:nvPr>
        </p:nvGraphicFramePr>
        <p:xfrm>
          <a:off x="79514" y="699797"/>
          <a:ext cx="12112486" cy="6125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F2EF271C-69A1-35CA-3612-E7AD0581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7CB02C-4256-57C8-3591-F7E1B810A44D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1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0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COMO USAR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808FAE-AAE9-32B6-DB47-9D43C6A0349A}"/>
              </a:ext>
            </a:extLst>
          </p:cNvPr>
          <p:cNvSpPr txBox="1"/>
          <p:nvPr/>
        </p:nvSpPr>
        <p:spPr>
          <a:xfrm>
            <a:off x="478910" y="1598684"/>
            <a:ext cx="11059245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Link: </a:t>
            </a:r>
            <a:r>
              <a:rPr lang="pt-BR" b="1" dirty="0">
                <a:hlinkClick r:id="rId3"/>
              </a:rPr>
              <a:t>https://vigent.saude.sp.gov.br/sisawebinfo/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CBDDA98-756A-5F08-8465-94092FB2E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906" y="1183632"/>
            <a:ext cx="6254095" cy="564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CADASTRO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0E9942F-3200-B552-F4DB-CE802226A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59" y="1353615"/>
            <a:ext cx="984069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6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ADL – AVALIAÇÃO DE DENSIDADE LARVÁRIA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104AFAA-EF9C-7FE2-1F46-B0A6AD53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6" y="1457049"/>
            <a:ext cx="10827176" cy="500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1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INFORMATIVO ARBOVIROSES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B6B230-EE27-ADDE-F5FE-C428CDFC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6" y="1249391"/>
            <a:ext cx="8327924" cy="552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6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VIGILÂNCIA E CONTROLE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01A925-D99F-9D7B-F2E2-DD0B95B62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871" y="2566"/>
            <a:ext cx="6885007" cy="682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2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CAPTURA DE ALADOS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63E134-4AD5-2E95-B526-F9CA752A9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4"/>
          <a:stretch/>
        </p:blipFill>
        <p:spPr>
          <a:xfrm>
            <a:off x="967115" y="1307690"/>
            <a:ext cx="10895560" cy="551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7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NEBULIZAÇÃO EQUIPAMENTOS ACOPLADOS À VEÍCULOS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A95B74-1686-C5F6-575D-40F663BFD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94"/>
          <a:stretch/>
        </p:blipFill>
        <p:spPr>
          <a:xfrm>
            <a:off x="775538" y="1435510"/>
            <a:ext cx="11264723" cy="53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3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213443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TRATAMENTO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F01000-A045-7D8D-05E4-6ED177271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1"/>
          <a:stretch/>
        </p:blipFill>
        <p:spPr>
          <a:xfrm>
            <a:off x="736518" y="1108029"/>
            <a:ext cx="8024218" cy="565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6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EDUCAÇÃO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AF5524-926B-4229-CBC5-352D13700B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83"/>
          <a:stretch/>
        </p:blipFill>
        <p:spPr>
          <a:xfrm>
            <a:off x="795203" y="1307693"/>
            <a:ext cx="9288962" cy="541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3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BRI - </a:t>
            </a:r>
            <a:r>
              <a:rPr lang="pt-BR" dirty="0"/>
              <a:t>Borrifação Residual Intradomiciliar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7266B6-3AF5-52A5-CEF3-1C4755DA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4" y="1092976"/>
            <a:ext cx="7395677" cy="557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3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noProof="0" dirty="0"/>
              <a:t>CONSULTA – 01- Construir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FA2E2F-0A06-DEE2-5D4C-17E61E579A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39"/>
          <a:stretch/>
        </p:blipFill>
        <p:spPr>
          <a:xfrm>
            <a:off x="840487" y="1258529"/>
            <a:ext cx="10963308" cy="61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9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MAPAS 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SisaWeb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8145F8E-A8C0-F1D7-8FE5-7767C13F72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032"/>
          <a:stretch/>
        </p:blipFill>
        <p:spPr>
          <a:xfrm>
            <a:off x="788597" y="1372932"/>
            <a:ext cx="3685080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5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BUSCA – DADOS SisaWeb 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PRÁTICA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3765FF-8693-F548-9A06-1C548345E816}"/>
              </a:ext>
            </a:extLst>
          </p:cNvPr>
          <p:cNvSpPr txBox="1"/>
          <p:nvPr/>
        </p:nvSpPr>
        <p:spPr>
          <a:xfrm>
            <a:off x="432619" y="1366341"/>
            <a:ext cx="1124810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Indicador de Percentual de ACE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fórmula do indicador de Percentual de ACE é: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Percentual de ACE=(Nº de ACE real )/(Nº de ACE ideal)	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Nº de ACE real=</a:t>
            </a:r>
            <a:r>
              <a:rPr lang="pt-BR" b="1" dirty="0">
                <a:solidFill>
                  <a:srgbClr val="FF0000"/>
                </a:solidFill>
              </a:rPr>
              <a:t>Nº de ACE cadastrado no SISAWEB</a:t>
            </a:r>
            <a:r>
              <a:rPr lang="pt-BR" dirty="0"/>
              <a:t>	</a:t>
            </a:r>
          </a:p>
          <a:p>
            <a:pPr algn="just"/>
            <a:r>
              <a:rPr lang="pt-BR" dirty="0"/>
              <a:t>Parâmetro de estruturação de equipe que preconiza 1 ACE para cada 1000 imóveis – ACE ideal***</a:t>
            </a:r>
          </a:p>
          <a:p>
            <a:pPr algn="just"/>
            <a:r>
              <a:rPr lang="pt-BR" dirty="0"/>
              <a:t>Nº de ACE ideal=(</a:t>
            </a:r>
            <a:r>
              <a:rPr lang="pt-BR" b="1" dirty="0">
                <a:solidFill>
                  <a:srgbClr val="FF0000"/>
                </a:solidFill>
              </a:rPr>
              <a:t>Nº de imóveis cadastrados para visita </a:t>
            </a:r>
            <a:r>
              <a:rPr lang="pt-BR" dirty="0"/>
              <a:t>)/(1000 imóveis)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***</a:t>
            </a:r>
            <a:r>
              <a:rPr lang="pt-B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	</a:t>
            </a:r>
            <a:r>
              <a:rPr lang="pt-BR" sz="10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SES/SP. Normas e Orientações Técnicas para Vigilância e Controle de Aedes aegypti. São Paulo; 2009.</a:t>
            </a:r>
          </a:p>
          <a:p>
            <a:pPr algn="just"/>
            <a:endParaRPr lang="pt-BR" sz="1050" dirty="0">
              <a:latin typeface="Arial" panose="020B0604020202020204" pitchFamily="34" charset="0"/>
            </a:endParaRPr>
          </a:p>
          <a:p>
            <a:pPr algn="just"/>
            <a:endParaRPr lang="pt-BR" sz="1050" dirty="0">
              <a:latin typeface="Arial" panose="020B0604020202020204" pitchFamily="34" charset="0"/>
            </a:endParaRPr>
          </a:p>
          <a:p>
            <a:pPr algn="just"/>
            <a:endParaRPr lang="pt-BR" sz="1050" dirty="0">
              <a:latin typeface="Arial" panose="020B0604020202020204" pitchFamily="34" charset="0"/>
            </a:endParaRPr>
          </a:p>
          <a:p>
            <a:pPr algn="just"/>
            <a:endParaRPr lang="pt-BR" sz="1050" dirty="0">
              <a:latin typeface="Arial" panose="020B0604020202020204" pitchFamily="34" charset="0"/>
            </a:endParaRPr>
          </a:p>
          <a:p>
            <a:pPr algn="just"/>
            <a:r>
              <a:rPr lang="pt-BR" dirty="0">
                <a:latin typeface="Arial" panose="020B0604020202020204" pitchFamily="34" charset="0"/>
              </a:rPr>
              <a:t>CALCULAR: </a:t>
            </a:r>
            <a:r>
              <a:rPr lang="pt-BR" sz="1600" dirty="0">
                <a:latin typeface="Arial" panose="020B0604020202020204" pitchFamily="34" charset="0"/>
              </a:rPr>
              <a:t>Percentual de ACE</a:t>
            </a:r>
          </a:p>
          <a:p>
            <a:pPr algn="just"/>
            <a:r>
              <a:rPr lang="pt-BR" sz="1600" dirty="0">
                <a:latin typeface="Arial" panose="020B0604020202020204" pitchFamily="34" charset="0"/>
              </a:rPr>
              <a:t>Municípios: todos (645 municípios)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9487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ixaDeTexto 28">
            <a:extLst>
              <a:ext uri="{FF2B5EF4-FFF2-40B4-BE49-F238E27FC236}">
                <a16:creationId xmlns:a16="http://schemas.microsoft.com/office/drawing/2014/main" id="{B54074C9-FCEF-4AA1-0506-8AD38BB03C47}"/>
              </a:ext>
            </a:extLst>
          </p:cNvPr>
          <p:cNvSpPr txBox="1"/>
          <p:nvPr/>
        </p:nvSpPr>
        <p:spPr>
          <a:xfrm>
            <a:off x="331430" y="644954"/>
            <a:ext cx="79375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pt-BR" b="1" dirty="0"/>
              <a:t>BUSCA – DADOS SisaWeb 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2B122B0-282A-570A-AB8A-80DDF1B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75A4-56A4-47D6-9801-1991572033F7}" type="slidenum">
              <a:rPr kumimoji="0" lang="pt-BR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37F32D-C055-A668-676E-E8C5268A934E}"/>
              </a:ext>
            </a:extLst>
          </p:cNvPr>
          <p:cNvSpPr txBox="1"/>
          <p:nvPr/>
        </p:nvSpPr>
        <p:spPr>
          <a:xfrm>
            <a:off x="5663682" y="-11672"/>
            <a:ext cx="6528318" cy="40011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PRÁTICA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CB277D7-D302-41DC-BBA0-97B56908C7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862" r="19913"/>
          <a:stretch/>
        </p:blipFill>
        <p:spPr>
          <a:xfrm>
            <a:off x="892906" y="1406776"/>
            <a:ext cx="6162052" cy="140679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4DF3BA4-3EA3-4387-3BD8-31194DF83548}"/>
              </a:ext>
            </a:extLst>
          </p:cNvPr>
          <p:cNvSpPr txBox="1"/>
          <p:nvPr/>
        </p:nvSpPr>
        <p:spPr>
          <a:xfrm>
            <a:off x="1140542" y="3726426"/>
            <a:ext cx="3196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Calcular Pendência Anual - 2023</a:t>
            </a:r>
          </a:p>
          <a:p>
            <a:r>
              <a:rPr lang="pt-BR" dirty="0"/>
              <a:t>Município: Campinas</a:t>
            </a:r>
          </a:p>
        </p:txBody>
      </p:sp>
    </p:spTree>
    <p:extLst>
      <p:ext uri="{BB962C8B-B14F-4D97-AF65-F5344CB8AC3E}">
        <p14:creationId xmlns:p14="http://schemas.microsoft.com/office/powerpoint/2010/main" val="108196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half" idx="2"/>
          </p:nvPr>
        </p:nvSpPr>
        <p:spPr>
          <a:xfrm>
            <a:off x="5633886" y="3652324"/>
            <a:ext cx="6546716" cy="2734574"/>
          </a:xfrm>
        </p:spPr>
        <p:txBody>
          <a:bodyPr rtlCol="0">
            <a:normAutofit/>
          </a:bodyPr>
          <a:lstStyle/>
          <a:p>
            <a:pPr rtl="0"/>
            <a:r>
              <a:rPr lang="pt-BR" sz="2800" b="1" dirty="0">
                <a:solidFill>
                  <a:schemeClr val="tx1"/>
                </a:solidFill>
                <a:latin typeface="Bradley Hand ITC" panose="03070402050302030203" pitchFamily="66" charset="0"/>
              </a:rPr>
              <a:t>OBRIGADA</a:t>
            </a:r>
          </a:p>
          <a:p>
            <a:pPr algn="r" rtl="0"/>
            <a:r>
              <a:rPr lang="pt-BR" sz="2800" b="1" dirty="0">
                <a:solidFill>
                  <a:schemeClr val="tx1"/>
                </a:solidFill>
                <a:latin typeface="Bradley Hand ITC" panose="03070402050302030203" pitchFamily="66" charset="0"/>
              </a:rPr>
              <a:t>Ana Bocewicz</a:t>
            </a:r>
          </a:p>
          <a:p>
            <a:pPr algn="r" rtl="0"/>
            <a:r>
              <a:rPr lang="pt-BR" sz="2800" b="1" dirty="0">
                <a:solidFill>
                  <a:schemeClr val="tx1"/>
                </a:solidFill>
                <a:latin typeface="Bradley Hand ITC" panose="03070402050302030203" pitchFamily="66" charset="0"/>
              </a:rPr>
              <a:t>anabocewicz@gmail.com</a:t>
            </a:r>
          </a:p>
          <a:p>
            <a:pPr algn="r" rtl="0"/>
            <a:endParaRPr lang="pt-BR" sz="2800" b="1" dirty="0">
              <a:solidFill>
                <a:schemeClr val="tx1"/>
              </a:solidFill>
              <a:latin typeface="Bradley Hand ITC" panose="03070402050302030203" pitchFamily="66" charset="0"/>
            </a:endParaRPr>
          </a:p>
          <a:p>
            <a:pPr algn="r" rtl="0"/>
            <a:endParaRPr lang="pt-BR" sz="2800" b="1" dirty="0">
              <a:solidFill>
                <a:schemeClr val="tx1"/>
              </a:solidFill>
              <a:latin typeface="Bradley Hand ITC" panose="03070402050302030203" pitchFamily="66" charset="0"/>
            </a:endParaRPr>
          </a:p>
          <a:p>
            <a:pPr algn="r" rtl="0"/>
            <a:endParaRPr lang="pt-BR" sz="2800" b="1" dirty="0">
              <a:solidFill>
                <a:schemeClr val="tx1"/>
              </a:solidFill>
              <a:latin typeface="Bradley Hand ITC" panose="03070402050302030203" pitchFamily="66" charset="0"/>
            </a:endParaRPr>
          </a:p>
          <a:p>
            <a:pPr algn="r" rtl="0"/>
            <a:endParaRPr lang="pt-BR" sz="2800" b="1" dirty="0">
              <a:solidFill>
                <a:schemeClr val="tx1"/>
              </a:solidFill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6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iva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1_Retrospectiva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Tema do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4617</TotalTime>
  <Words>1552</Words>
  <Application>Microsoft Office PowerPoint</Application>
  <PresentationFormat>Widescreen</PresentationFormat>
  <Paragraphs>291</Paragraphs>
  <Slides>40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Arial</vt:lpstr>
      <vt:lpstr>Bradley Hand ITC</vt:lpstr>
      <vt:lpstr>Calibri</vt:lpstr>
      <vt:lpstr>Calibri Light</vt:lpstr>
      <vt:lpstr>Times New Roman</vt:lpstr>
      <vt:lpstr>Wingdings</vt:lpstr>
      <vt:lpstr>Retrospectiva</vt:lpstr>
      <vt:lpstr>1_Retrospectiva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Ações de rotina</vt:lpstr>
      <vt:lpstr> Visitas a Imóveis de Risco  - Pontos Estratégicos (PE)</vt:lpstr>
      <vt:lpstr>Visita a Imóveis de Risco - Imóveis Especiais </vt:lpstr>
      <vt:lpstr>Avaliação de Densidade Larvária (ADL - LIRAa)</vt:lpstr>
      <vt:lpstr>Ações em situação de transmissão</vt:lpstr>
      <vt:lpstr>Apresentação do PowerPoint</vt:lpstr>
      <vt:lpstr>Apresentação do PowerPoint</vt:lpstr>
      <vt:lpstr>Outras atividades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de título</dc:title>
  <dc:creator>Luiz Felipe Silva</dc:creator>
  <cp:lastModifiedBy>Ana Bocewicz</cp:lastModifiedBy>
  <cp:revision>82</cp:revision>
  <dcterms:created xsi:type="dcterms:W3CDTF">2019-11-15T16:32:49Z</dcterms:created>
  <dcterms:modified xsi:type="dcterms:W3CDTF">2024-08-25T02:09:12Z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